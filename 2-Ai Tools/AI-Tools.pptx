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6" Type="http://schemas.openxmlformats.org/officeDocument/2006/relationships/image" Target="../media/image57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6" Type="http://schemas.openxmlformats.org/officeDocument/2006/relationships/image" Target="../media/image57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55AF70-5D23-407B-825E-5E2EC9E90DD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9453FE-BF92-44A6-B3A1-000EC2CBA9F3}">
      <dgm:prSet/>
      <dgm:spPr/>
      <dgm:t>
        <a:bodyPr/>
        <a:lstStyle/>
        <a:p>
          <a:r>
            <a:rPr lang="en-US"/>
            <a:t>Click the AI Formula Generator button</a:t>
          </a:r>
        </a:p>
      </dgm:t>
    </dgm:pt>
    <dgm:pt modelId="{74C38801-29B2-4FEB-9E87-154B9C795E11}" type="parTrans" cxnId="{2A2E2F2A-6A08-4786-BE10-47E7C6C69756}">
      <dgm:prSet/>
      <dgm:spPr/>
      <dgm:t>
        <a:bodyPr/>
        <a:lstStyle/>
        <a:p>
          <a:endParaRPr lang="en-US"/>
        </a:p>
      </dgm:t>
    </dgm:pt>
    <dgm:pt modelId="{3D99F206-59D4-47E2-8C70-CDA380ABBB43}" type="sibTrans" cxnId="{2A2E2F2A-6A08-4786-BE10-47E7C6C69756}">
      <dgm:prSet/>
      <dgm:spPr/>
      <dgm:t>
        <a:bodyPr/>
        <a:lstStyle/>
        <a:p>
          <a:endParaRPr lang="en-US"/>
        </a:p>
      </dgm:t>
    </dgm:pt>
    <dgm:pt modelId="{EAF71EA3-A88A-422C-9B24-4CF6655FA09E}">
      <dgm:prSet/>
      <dgm:spPr/>
      <dgm:t>
        <a:bodyPr/>
        <a:lstStyle/>
        <a:p>
          <a:r>
            <a:rPr lang="en-US"/>
            <a:t>Describe what you want to calculate (in plain English)</a:t>
          </a:r>
        </a:p>
      </dgm:t>
    </dgm:pt>
    <dgm:pt modelId="{B184AD2F-8FE3-44DB-B653-BDE0A8F8EEE7}" type="parTrans" cxnId="{A4640123-908C-4BA0-B209-FD7B9ADAE4DD}">
      <dgm:prSet/>
      <dgm:spPr/>
      <dgm:t>
        <a:bodyPr/>
        <a:lstStyle/>
        <a:p>
          <a:endParaRPr lang="en-US"/>
        </a:p>
      </dgm:t>
    </dgm:pt>
    <dgm:pt modelId="{2E6EECE4-0566-4EB3-A812-FEA67DAC1392}" type="sibTrans" cxnId="{A4640123-908C-4BA0-B209-FD7B9ADAE4DD}">
      <dgm:prSet/>
      <dgm:spPr/>
      <dgm:t>
        <a:bodyPr/>
        <a:lstStyle/>
        <a:p>
          <a:endParaRPr lang="en-US"/>
        </a:p>
      </dgm:t>
    </dgm:pt>
    <dgm:pt modelId="{03E60DB4-7B1A-4CD2-BA0A-8C14D3E74B9A}">
      <dgm:prSet/>
      <dgm:spPr/>
      <dgm:t>
        <a:bodyPr/>
        <a:lstStyle/>
        <a:p>
          <a:r>
            <a:rPr lang="en-US"/>
            <a:t>AI analyzes your sheet headers and generates the perfect formula</a:t>
          </a:r>
        </a:p>
      </dgm:t>
    </dgm:pt>
    <dgm:pt modelId="{D1C22FD0-06B9-41A6-961B-8EC26A4005E4}" type="parTrans" cxnId="{285382C3-E0E8-48E7-9998-F205F9000DA6}">
      <dgm:prSet/>
      <dgm:spPr/>
      <dgm:t>
        <a:bodyPr/>
        <a:lstStyle/>
        <a:p>
          <a:endParaRPr lang="en-US"/>
        </a:p>
      </dgm:t>
    </dgm:pt>
    <dgm:pt modelId="{94169CB3-592C-4E63-990D-B0DF7C0E5589}" type="sibTrans" cxnId="{285382C3-E0E8-48E7-9998-F205F9000DA6}">
      <dgm:prSet/>
      <dgm:spPr/>
      <dgm:t>
        <a:bodyPr/>
        <a:lstStyle/>
        <a:p>
          <a:endParaRPr lang="en-US"/>
        </a:p>
      </dgm:t>
    </dgm:pt>
    <dgm:pt modelId="{8EB0AAB1-89FB-4ED6-AE62-350C1B7DCBF9}">
      <dgm:prSet/>
      <dgm:spPr/>
      <dgm:t>
        <a:bodyPr/>
        <a:lstStyle/>
        <a:p>
          <a:r>
            <a:rPr lang="en-US"/>
            <a:t>Get the formula inserted directly into your selected cell</a:t>
          </a:r>
        </a:p>
      </dgm:t>
    </dgm:pt>
    <dgm:pt modelId="{2BCED232-FCC1-4545-B1A5-611DCB78C18F}" type="parTrans" cxnId="{FA402488-479B-4CE4-BD33-203E69DA31F4}">
      <dgm:prSet/>
      <dgm:spPr/>
      <dgm:t>
        <a:bodyPr/>
        <a:lstStyle/>
        <a:p>
          <a:endParaRPr lang="en-US"/>
        </a:p>
      </dgm:t>
    </dgm:pt>
    <dgm:pt modelId="{7DE487C9-0FFA-4389-A32F-14016FC471B7}" type="sibTrans" cxnId="{FA402488-479B-4CE4-BD33-203E69DA31F4}">
      <dgm:prSet/>
      <dgm:spPr/>
      <dgm:t>
        <a:bodyPr/>
        <a:lstStyle/>
        <a:p>
          <a:endParaRPr lang="en-US"/>
        </a:p>
      </dgm:t>
    </dgm:pt>
    <dgm:pt modelId="{98D3F257-7945-4A03-A39A-B6C84AB3140E}" type="pres">
      <dgm:prSet presAssocID="{2655AF70-5D23-407B-825E-5E2EC9E90DD9}" presName="outerComposite" presStyleCnt="0">
        <dgm:presLayoutVars>
          <dgm:chMax val="5"/>
          <dgm:dir/>
          <dgm:resizeHandles val="exact"/>
        </dgm:presLayoutVars>
      </dgm:prSet>
      <dgm:spPr/>
    </dgm:pt>
    <dgm:pt modelId="{7308DB40-018E-4D22-A4F8-922116871A6C}" type="pres">
      <dgm:prSet presAssocID="{2655AF70-5D23-407B-825E-5E2EC9E90DD9}" presName="dummyMaxCanvas" presStyleCnt="0">
        <dgm:presLayoutVars/>
      </dgm:prSet>
      <dgm:spPr/>
    </dgm:pt>
    <dgm:pt modelId="{9C587980-5A3F-433A-988B-E1CF9A5407B4}" type="pres">
      <dgm:prSet presAssocID="{2655AF70-5D23-407B-825E-5E2EC9E90DD9}" presName="FourNodes_1" presStyleLbl="node1" presStyleIdx="0" presStyleCnt="4">
        <dgm:presLayoutVars>
          <dgm:bulletEnabled val="1"/>
        </dgm:presLayoutVars>
      </dgm:prSet>
      <dgm:spPr/>
    </dgm:pt>
    <dgm:pt modelId="{4E5A560C-7394-4C53-8EFB-CD00A621FB06}" type="pres">
      <dgm:prSet presAssocID="{2655AF70-5D23-407B-825E-5E2EC9E90DD9}" presName="FourNodes_2" presStyleLbl="node1" presStyleIdx="1" presStyleCnt="4">
        <dgm:presLayoutVars>
          <dgm:bulletEnabled val="1"/>
        </dgm:presLayoutVars>
      </dgm:prSet>
      <dgm:spPr/>
    </dgm:pt>
    <dgm:pt modelId="{EA10787C-17D2-4D12-AD69-8A1609D2D31C}" type="pres">
      <dgm:prSet presAssocID="{2655AF70-5D23-407B-825E-5E2EC9E90DD9}" presName="FourNodes_3" presStyleLbl="node1" presStyleIdx="2" presStyleCnt="4">
        <dgm:presLayoutVars>
          <dgm:bulletEnabled val="1"/>
        </dgm:presLayoutVars>
      </dgm:prSet>
      <dgm:spPr/>
    </dgm:pt>
    <dgm:pt modelId="{596B585A-A1EC-4421-B51E-F2C90F981851}" type="pres">
      <dgm:prSet presAssocID="{2655AF70-5D23-407B-825E-5E2EC9E90DD9}" presName="FourNodes_4" presStyleLbl="node1" presStyleIdx="3" presStyleCnt="4">
        <dgm:presLayoutVars>
          <dgm:bulletEnabled val="1"/>
        </dgm:presLayoutVars>
      </dgm:prSet>
      <dgm:spPr/>
    </dgm:pt>
    <dgm:pt modelId="{DE56B69B-9D5C-4BF9-BE08-BD84C9FE45E6}" type="pres">
      <dgm:prSet presAssocID="{2655AF70-5D23-407B-825E-5E2EC9E90DD9}" presName="FourConn_1-2" presStyleLbl="fgAccFollowNode1" presStyleIdx="0" presStyleCnt="3">
        <dgm:presLayoutVars>
          <dgm:bulletEnabled val="1"/>
        </dgm:presLayoutVars>
      </dgm:prSet>
      <dgm:spPr/>
    </dgm:pt>
    <dgm:pt modelId="{839C82AE-20FF-4E79-9C12-EDF6BDCB65EF}" type="pres">
      <dgm:prSet presAssocID="{2655AF70-5D23-407B-825E-5E2EC9E90DD9}" presName="FourConn_2-3" presStyleLbl="fgAccFollowNode1" presStyleIdx="1" presStyleCnt="3">
        <dgm:presLayoutVars>
          <dgm:bulletEnabled val="1"/>
        </dgm:presLayoutVars>
      </dgm:prSet>
      <dgm:spPr/>
    </dgm:pt>
    <dgm:pt modelId="{9AB402D7-02E2-4B6A-A095-A724D9C21E59}" type="pres">
      <dgm:prSet presAssocID="{2655AF70-5D23-407B-825E-5E2EC9E90DD9}" presName="FourConn_3-4" presStyleLbl="fgAccFollowNode1" presStyleIdx="2" presStyleCnt="3">
        <dgm:presLayoutVars>
          <dgm:bulletEnabled val="1"/>
        </dgm:presLayoutVars>
      </dgm:prSet>
      <dgm:spPr/>
    </dgm:pt>
    <dgm:pt modelId="{3AC7A79F-205E-4347-AC29-92ACC06ED44B}" type="pres">
      <dgm:prSet presAssocID="{2655AF70-5D23-407B-825E-5E2EC9E90DD9}" presName="FourNodes_1_text" presStyleLbl="node1" presStyleIdx="3" presStyleCnt="4">
        <dgm:presLayoutVars>
          <dgm:bulletEnabled val="1"/>
        </dgm:presLayoutVars>
      </dgm:prSet>
      <dgm:spPr/>
    </dgm:pt>
    <dgm:pt modelId="{289AE242-A9F7-4129-89F0-382C26E87DE2}" type="pres">
      <dgm:prSet presAssocID="{2655AF70-5D23-407B-825E-5E2EC9E90DD9}" presName="FourNodes_2_text" presStyleLbl="node1" presStyleIdx="3" presStyleCnt="4">
        <dgm:presLayoutVars>
          <dgm:bulletEnabled val="1"/>
        </dgm:presLayoutVars>
      </dgm:prSet>
      <dgm:spPr/>
    </dgm:pt>
    <dgm:pt modelId="{100BC646-0BD0-4BB7-BF04-D6F0CBED718C}" type="pres">
      <dgm:prSet presAssocID="{2655AF70-5D23-407B-825E-5E2EC9E90DD9}" presName="FourNodes_3_text" presStyleLbl="node1" presStyleIdx="3" presStyleCnt="4">
        <dgm:presLayoutVars>
          <dgm:bulletEnabled val="1"/>
        </dgm:presLayoutVars>
      </dgm:prSet>
      <dgm:spPr/>
    </dgm:pt>
    <dgm:pt modelId="{AFE5DDE1-0F4F-4E62-9646-0C5D1131361B}" type="pres">
      <dgm:prSet presAssocID="{2655AF70-5D23-407B-825E-5E2EC9E90DD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365FE1E-9A78-4AA2-8909-1057318E228C}" type="presOf" srcId="{2655AF70-5D23-407B-825E-5E2EC9E90DD9}" destId="{98D3F257-7945-4A03-A39A-B6C84AB3140E}" srcOrd="0" destOrd="0" presId="urn:microsoft.com/office/officeart/2005/8/layout/vProcess5"/>
    <dgm:cxn modelId="{A4640123-908C-4BA0-B209-FD7B9ADAE4DD}" srcId="{2655AF70-5D23-407B-825E-5E2EC9E90DD9}" destId="{EAF71EA3-A88A-422C-9B24-4CF6655FA09E}" srcOrd="1" destOrd="0" parTransId="{B184AD2F-8FE3-44DB-B653-BDE0A8F8EEE7}" sibTransId="{2E6EECE4-0566-4EB3-A812-FEA67DAC1392}"/>
    <dgm:cxn modelId="{23239F23-C9C0-4DEF-86FB-5E8686A66196}" type="presOf" srcId="{8EB0AAB1-89FB-4ED6-AE62-350C1B7DCBF9}" destId="{AFE5DDE1-0F4F-4E62-9646-0C5D1131361B}" srcOrd="1" destOrd="0" presId="urn:microsoft.com/office/officeart/2005/8/layout/vProcess5"/>
    <dgm:cxn modelId="{2A2E2F2A-6A08-4786-BE10-47E7C6C69756}" srcId="{2655AF70-5D23-407B-825E-5E2EC9E90DD9}" destId="{7D9453FE-BF92-44A6-B3A1-000EC2CBA9F3}" srcOrd="0" destOrd="0" parTransId="{74C38801-29B2-4FEB-9E87-154B9C795E11}" sibTransId="{3D99F206-59D4-47E2-8C70-CDA380ABBB43}"/>
    <dgm:cxn modelId="{CAA3882C-4CF4-43B4-8EFE-7E70269D039E}" type="presOf" srcId="{2E6EECE4-0566-4EB3-A812-FEA67DAC1392}" destId="{839C82AE-20FF-4E79-9C12-EDF6BDCB65EF}" srcOrd="0" destOrd="0" presId="urn:microsoft.com/office/officeart/2005/8/layout/vProcess5"/>
    <dgm:cxn modelId="{9830C266-158C-4D37-86D8-E703EA1BF104}" type="presOf" srcId="{03E60DB4-7B1A-4CD2-BA0A-8C14D3E74B9A}" destId="{EA10787C-17D2-4D12-AD69-8A1609D2D31C}" srcOrd="0" destOrd="0" presId="urn:microsoft.com/office/officeart/2005/8/layout/vProcess5"/>
    <dgm:cxn modelId="{0616206D-4133-48BC-9505-52D41C6DDE7E}" type="presOf" srcId="{EAF71EA3-A88A-422C-9B24-4CF6655FA09E}" destId="{4E5A560C-7394-4C53-8EFB-CD00A621FB06}" srcOrd="0" destOrd="0" presId="urn:microsoft.com/office/officeart/2005/8/layout/vProcess5"/>
    <dgm:cxn modelId="{611FA278-120C-417C-97D9-71531446F165}" type="presOf" srcId="{EAF71EA3-A88A-422C-9B24-4CF6655FA09E}" destId="{289AE242-A9F7-4129-89F0-382C26E87DE2}" srcOrd="1" destOrd="0" presId="urn:microsoft.com/office/officeart/2005/8/layout/vProcess5"/>
    <dgm:cxn modelId="{FA402488-479B-4CE4-BD33-203E69DA31F4}" srcId="{2655AF70-5D23-407B-825E-5E2EC9E90DD9}" destId="{8EB0AAB1-89FB-4ED6-AE62-350C1B7DCBF9}" srcOrd="3" destOrd="0" parTransId="{2BCED232-FCC1-4545-B1A5-611DCB78C18F}" sibTransId="{7DE487C9-0FFA-4389-A32F-14016FC471B7}"/>
    <dgm:cxn modelId="{8A9A9799-FA4D-4D3A-96B4-ED0BDF8E916D}" type="presOf" srcId="{3D99F206-59D4-47E2-8C70-CDA380ABBB43}" destId="{DE56B69B-9D5C-4BF9-BE08-BD84C9FE45E6}" srcOrd="0" destOrd="0" presId="urn:microsoft.com/office/officeart/2005/8/layout/vProcess5"/>
    <dgm:cxn modelId="{E65BCFA6-EC99-4055-A156-04A542AB84F6}" type="presOf" srcId="{8EB0AAB1-89FB-4ED6-AE62-350C1B7DCBF9}" destId="{596B585A-A1EC-4421-B51E-F2C90F981851}" srcOrd="0" destOrd="0" presId="urn:microsoft.com/office/officeart/2005/8/layout/vProcess5"/>
    <dgm:cxn modelId="{78E197C0-0C6B-48A0-92F6-7A7AB070FA45}" type="presOf" srcId="{7D9453FE-BF92-44A6-B3A1-000EC2CBA9F3}" destId="{3AC7A79F-205E-4347-AC29-92ACC06ED44B}" srcOrd="1" destOrd="0" presId="urn:microsoft.com/office/officeart/2005/8/layout/vProcess5"/>
    <dgm:cxn modelId="{285382C3-E0E8-48E7-9998-F205F9000DA6}" srcId="{2655AF70-5D23-407B-825E-5E2EC9E90DD9}" destId="{03E60DB4-7B1A-4CD2-BA0A-8C14D3E74B9A}" srcOrd="2" destOrd="0" parTransId="{D1C22FD0-06B9-41A6-961B-8EC26A4005E4}" sibTransId="{94169CB3-592C-4E63-990D-B0DF7C0E5589}"/>
    <dgm:cxn modelId="{CE912BD0-2044-4EF4-AC4D-96B73012FD63}" type="presOf" srcId="{7D9453FE-BF92-44A6-B3A1-000EC2CBA9F3}" destId="{9C587980-5A3F-433A-988B-E1CF9A5407B4}" srcOrd="0" destOrd="0" presId="urn:microsoft.com/office/officeart/2005/8/layout/vProcess5"/>
    <dgm:cxn modelId="{32898ED4-76B8-4A93-9FEE-A05ED7B07C4C}" type="presOf" srcId="{94169CB3-592C-4E63-990D-B0DF7C0E5589}" destId="{9AB402D7-02E2-4B6A-A095-A724D9C21E59}" srcOrd="0" destOrd="0" presId="urn:microsoft.com/office/officeart/2005/8/layout/vProcess5"/>
    <dgm:cxn modelId="{D945B1F1-411D-47EF-BD8D-C95A5974EC81}" type="presOf" srcId="{03E60DB4-7B1A-4CD2-BA0A-8C14D3E74B9A}" destId="{100BC646-0BD0-4BB7-BF04-D6F0CBED718C}" srcOrd="1" destOrd="0" presId="urn:microsoft.com/office/officeart/2005/8/layout/vProcess5"/>
    <dgm:cxn modelId="{637CCCD3-714D-443E-B9C0-3ADCA4D23A46}" type="presParOf" srcId="{98D3F257-7945-4A03-A39A-B6C84AB3140E}" destId="{7308DB40-018E-4D22-A4F8-922116871A6C}" srcOrd="0" destOrd="0" presId="urn:microsoft.com/office/officeart/2005/8/layout/vProcess5"/>
    <dgm:cxn modelId="{DD7F3057-6F52-4EA1-9F6E-895C1F76E706}" type="presParOf" srcId="{98D3F257-7945-4A03-A39A-B6C84AB3140E}" destId="{9C587980-5A3F-433A-988B-E1CF9A5407B4}" srcOrd="1" destOrd="0" presId="urn:microsoft.com/office/officeart/2005/8/layout/vProcess5"/>
    <dgm:cxn modelId="{78DC56DD-B91C-4A4E-B30F-C7B2D786368E}" type="presParOf" srcId="{98D3F257-7945-4A03-A39A-B6C84AB3140E}" destId="{4E5A560C-7394-4C53-8EFB-CD00A621FB06}" srcOrd="2" destOrd="0" presId="urn:microsoft.com/office/officeart/2005/8/layout/vProcess5"/>
    <dgm:cxn modelId="{8941EB1B-C450-4C94-A17B-BF314432F4A3}" type="presParOf" srcId="{98D3F257-7945-4A03-A39A-B6C84AB3140E}" destId="{EA10787C-17D2-4D12-AD69-8A1609D2D31C}" srcOrd="3" destOrd="0" presId="urn:microsoft.com/office/officeart/2005/8/layout/vProcess5"/>
    <dgm:cxn modelId="{45386D7B-F878-4786-99E3-9368D1BE92E9}" type="presParOf" srcId="{98D3F257-7945-4A03-A39A-B6C84AB3140E}" destId="{596B585A-A1EC-4421-B51E-F2C90F981851}" srcOrd="4" destOrd="0" presId="urn:microsoft.com/office/officeart/2005/8/layout/vProcess5"/>
    <dgm:cxn modelId="{6809810A-B147-43A9-9654-6D2AC9146152}" type="presParOf" srcId="{98D3F257-7945-4A03-A39A-B6C84AB3140E}" destId="{DE56B69B-9D5C-4BF9-BE08-BD84C9FE45E6}" srcOrd="5" destOrd="0" presId="urn:microsoft.com/office/officeart/2005/8/layout/vProcess5"/>
    <dgm:cxn modelId="{59F82926-45E6-401D-AC9F-C7A29716C638}" type="presParOf" srcId="{98D3F257-7945-4A03-A39A-B6C84AB3140E}" destId="{839C82AE-20FF-4E79-9C12-EDF6BDCB65EF}" srcOrd="6" destOrd="0" presId="urn:microsoft.com/office/officeart/2005/8/layout/vProcess5"/>
    <dgm:cxn modelId="{0E2A2889-5A89-4329-9E8E-3BA601D9A00C}" type="presParOf" srcId="{98D3F257-7945-4A03-A39A-B6C84AB3140E}" destId="{9AB402D7-02E2-4B6A-A095-A724D9C21E59}" srcOrd="7" destOrd="0" presId="urn:microsoft.com/office/officeart/2005/8/layout/vProcess5"/>
    <dgm:cxn modelId="{63BD386F-5745-43E8-A025-AC2713A2D2B7}" type="presParOf" srcId="{98D3F257-7945-4A03-A39A-B6C84AB3140E}" destId="{3AC7A79F-205E-4347-AC29-92ACC06ED44B}" srcOrd="8" destOrd="0" presId="urn:microsoft.com/office/officeart/2005/8/layout/vProcess5"/>
    <dgm:cxn modelId="{239B66EF-1BB0-4183-A972-570B2629BE52}" type="presParOf" srcId="{98D3F257-7945-4A03-A39A-B6C84AB3140E}" destId="{289AE242-A9F7-4129-89F0-382C26E87DE2}" srcOrd="9" destOrd="0" presId="urn:microsoft.com/office/officeart/2005/8/layout/vProcess5"/>
    <dgm:cxn modelId="{0F2920A5-A7C1-4434-8A1F-5A1C0CCF55B1}" type="presParOf" srcId="{98D3F257-7945-4A03-A39A-B6C84AB3140E}" destId="{100BC646-0BD0-4BB7-BF04-D6F0CBED718C}" srcOrd="10" destOrd="0" presId="urn:microsoft.com/office/officeart/2005/8/layout/vProcess5"/>
    <dgm:cxn modelId="{6ECB6B7D-A829-428D-A90F-0B5AD9283212}" type="presParOf" srcId="{98D3F257-7945-4A03-A39A-B6C84AB3140E}" destId="{AFE5DDE1-0F4F-4E62-9646-0C5D1131361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33B58D-DF0B-4A96-AADB-0D2FA201BBE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0FC396-B2B6-4C65-826E-8430AD3AB4BE}">
      <dgm:prSet/>
      <dgm:spPr/>
      <dgm:t>
        <a:bodyPr/>
        <a:lstStyle/>
        <a:p>
          <a:r>
            <a:rPr lang="en-US"/>
            <a:t>Select any cell containing a formula</a:t>
          </a:r>
        </a:p>
      </dgm:t>
    </dgm:pt>
    <dgm:pt modelId="{36163775-7083-4ECA-B90E-99741407D8ED}" type="parTrans" cxnId="{8B4DD44E-12F8-4E44-BAF3-DC6FAD2A2A60}">
      <dgm:prSet/>
      <dgm:spPr/>
      <dgm:t>
        <a:bodyPr/>
        <a:lstStyle/>
        <a:p>
          <a:endParaRPr lang="en-US"/>
        </a:p>
      </dgm:t>
    </dgm:pt>
    <dgm:pt modelId="{8D52ED37-B051-4ED7-BF98-0961CEF33E4A}" type="sibTrans" cxnId="{8B4DD44E-12F8-4E44-BAF3-DC6FAD2A2A60}">
      <dgm:prSet/>
      <dgm:spPr/>
      <dgm:t>
        <a:bodyPr/>
        <a:lstStyle/>
        <a:p>
          <a:endParaRPr lang="en-US"/>
        </a:p>
      </dgm:t>
    </dgm:pt>
    <dgm:pt modelId="{BA0DAE28-7165-4C27-9C56-2670472EEB96}">
      <dgm:prSet/>
      <dgm:spPr/>
      <dgm:t>
        <a:bodyPr/>
        <a:lstStyle/>
        <a:p>
          <a:r>
            <a:rPr lang="en-US"/>
            <a:t>Choose your preferred language (English, Spanish, Hindi, etc.)</a:t>
          </a:r>
        </a:p>
      </dgm:t>
    </dgm:pt>
    <dgm:pt modelId="{6E10157D-AA00-464E-AA31-FC784BDFB914}" type="parTrans" cxnId="{79A471DC-9307-4658-B81B-7C2306ECDE29}">
      <dgm:prSet/>
      <dgm:spPr/>
      <dgm:t>
        <a:bodyPr/>
        <a:lstStyle/>
        <a:p>
          <a:endParaRPr lang="en-US"/>
        </a:p>
      </dgm:t>
    </dgm:pt>
    <dgm:pt modelId="{5CC7B029-4E32-4D67-80CC-BEFA0AE07FB1}" type="sibTrans" cxnId="{79A471DC-9307-4658-B81B-7C2306ECDE29}">
      <dgm:prSet/>
      <dgm:spPr/>
      <dgm:t>
        <a:bodyPr/>
        <a:lstStyle/>
        <a:p>
          <a:endParaRPr lang="en-US"/>
        </a:p>
      </dgm:t>
    </dgm:pt>
    <dgm:pt modelId="{2440BF74-FE55-4D83-B8FC-35811C3A7F83}">
      <dgm:prSet/>
      <dgm:spPr/>
      <dgm:t>
        <a:bodyPr/>
        <a:lstStyle/>
        <a:p>
          <a:r>
            <a:rPr lang="en-US"/>
            <a:t>Select where you want the explanation inserted</a:t>
          </a:r>
        </a:p>
      </dgm:t>
    </dgm:pt>
    <dgm:pt modelId="{9DDBFCEF-473F-4131-8FA2-36BA0F93BA77}" type="parTrans" cxnId="{FA060BB7-D344-47D8-B2D2-D7827F643FC7}">
      <dgm:prSet/>
      <dgm:spPr/>
      <dgm:t>
        <a:bodyPr/>
        <a:lstStyle/>
        <a:p>
          <a:endParaRPr lang="en-US"/>
        </a:p>
      </dgm:t>
    </dgm:pt>
    <dgm:pt modelId="{D5DC456C-F5FE-496F-949E-F3964B826A48}" type="sibTrans" cxnId="{FA060BB7-D344-47D8-B2D2-D7827F643FC7}">
      <dgm:prSet/>
      <dgm:spPr/>
      <dgm:t>
        <a:bodyPr/>
        <a:lstStyle/>
        <a:p>
          <a:endParaRPr lang="en-US"/>
        </a:p>
      </dgm:t>
    </dgm:pt>
    <dgm:pt modelId="{83E766B7-64A0-4AF9-B69D-0F7708A7747F}">
      <dgm:prSet/>
      <dgm:spPr/>
      <dgm:t>
        <a:bodyPr/>
        <a:lstStyle/>
        <a:p>
          <a:r>
            <a:rPr lang="en-US"/>
            <a:t>AI provides a step-by-step breakdown in simple terms</a:t>
          </a:r>
        </a:p>
      </dgm:t>
    </dgm:pt>
    <dgm:pt modelId="{D90C63E0-4E08-4B6D-A89B-72D0715B011B}" type="parTrans" cxnId="{F8D8023A-A942-4547-9E89-BC8AFDBA8169}">
      <dgm:prSet/>
      <dgm:spPr/>
      <dgm:t>
        <a:bodyPr/>
        <a:lstStyle/>
        <a:p>
          <a:endParaRPr lang="en-US"/>
        </a:p>
      </dgm:t>
    </dgm:pt>
    <dgm:pt modelId="{3A4EC294-BF7A-40AE-AF96-DD474050C2DD}" type="sibTrans" cxnId="{F8D8023A-A942-4547-9E89-BC8AFDBA8169}">
      <dgm:prSet/>
      <dgm:spPr/>
      <dgm:t>
        <a:bodyPr/>
        <a:lstStyle/>
        <a:p>
          <a:endParaRPr lang="en-US"/>
        </a:p>
      </dgm:t>
    </dgm:pt>
    <dgm:pt modelId="{EE0923B6-2AAC-4C88-97DE-FDFA93760329}" type="pres">
      <dgm:prSet presAssocID="{F633B58D-DF0B-4A96-AADB-0D2FA201BBE4}" presName="outerComposite" presStyleCnt="0">
        <dgm:presLayoutVars>
          <dgm:chMax val="5"/>
          <dgm:dir/>
          <dgm:resizeHandles val="exact"/>
        </dgm:presLayoutVars>
      </dgm:prSet>
      <dgm:spPr/>
    </dgm:pt>
    <dgm:pt modelId="{A6854387-B82E-48A5-B566-35CEA4AA37DA}" type="pres">
      <dgm:prSet presAssocID="{F633B58D-DF0B-4A96-AADB-0D2FA201BBE4}" presName="dummyMaxCanvas" presStyleCnt="0">
        <dgm:presLayoutVars/>
      </dgm:prSet>
      <dgm:spPr/>
    </dgm:pt>
    <dgm:pt modelId="{153A0120-5E57-4B53-92D4-9DA8A9112E38}" type="pres">
      <dgm:prSet presAssocID="{F633B58D-DF0B-4A96-AADB-0D2FA201BBE4}" presName="FourNodes_1" presStyleLbl="node1" presStyleIdx="0" presStyleCnt="4">
        <dgm:presLayoutVars>
          <dgm:bulletEnabled val="1"/>
        </dgm:presLayoutVars>
      </dgm:prSet>
      <dgm:spPr/>
    </dgm:pt>
    <dgm:pt modelId="{51E7A139-493F-4032-8368-BB1F68349C41}" type="pres">
      <dgm:prSet presAssocID="{F633B58D-DF0B-4A96-AADB-0D2FA201BBE4}" presName="FourNodes_2" presStyleLbl="node1" presStyleIdx="1" presStyleCnt="4">
        <dgm:presLayoutVars>
          <dgm:bulletEnabled val="1"/>
        </dgm:presLayoutVars>
      </dgm:prSet>
      <dgm:spPr/>
    </dgm:pt>
    <dgm:pt modelId="{A7C8382F-FA34-47ED-B4D8-BE92716F05FE}" type="pres">
      <dgm:prSet presAssocID="{F633B58D-DF0B-4A96-AADB-0D2FA201BBE4}" presName="FourNodes_3" presStyleLbl="node1" presStyleIdx="2" presStyleCnt="4">
        <dgm:presLayoutVars>
          <dgm:bulletEnabled val="1"/>
        </dgm:presLayoutVars>
      </dgm:prSet>
      <dgm:spPr/>
    </dgm:pt>
    <dgm:pt modelId="{738FBFBA-CF1E-4C64-9BE5-D178712A4139}" type="pres">
      <dgm:prSet presAssocID="{F633B58D-DF0B-4A96-AADB-0D2FA201BBE4}" presName="FourNodes_4" presStyleLbl="node1" presStyleIdx="3" presStyleCnt="4">
        <dgm:presLayoutVars>
          <dgm:bulletEnabled val="1"/>
        </dgm:presLayoutVars>
      </dgm:prSet>
      <dgm:spPr/>
    </dgm:pt>
    <dgm:pt modelId="{B1AC6D4C-DA6C-4373-8A86-DE6EC598E43B}" type="pres">
      <dgm:prSet presAssocID="{F633B58D-DF0B-4A96-AADB-0D2FA201BBE4}" presName="FourConn_1-2" presStyleLbl="fgAccFollowNode1" presStyleIdx="0" presStyleCnt="3">
        <dgm:presLayoutVars>
          <dgm:bulletEnabled val="1"/>
        </dgm:presLayoutVars>
      </dgm:prSet>
      <dgm:spPr/>
    </dgm:pt>
    <dgm:pt modelId="{D3CD13D7-F288-40DE-8535-09F5E78BF191}" type="pres">
      <dgm:prSet presAssocID="{F633B58D-DF0B-4A96-AADB-0D2FA201BBE4}" presName="FourConn_2-3" presStyleLbl="fgAccFollowNode1" presStyleIdx="1" presStyleCnt="3">
        <dgm:presLayoutVars>
          <dgm:bulletEnabled val="1"/>
        </dgm:presLayoutVars>
      </dgm:prSet>
      <dgm:spPr/>
    </dgm:pt>
    <dgm:pt modelId="{AA7DFA43-5592-4948-8327-9E389B0AE8E7}" type="pres">
      <dgm:prSet presAssocID="{F633B58D-DF0B-4A96-AADB-0D2FA201BBE4}" presName="FourConn_3-4" presStyleLbl="fgAccFollowNode1" presStyleIdx="2" presStyleCnt="3">
        <dgm:presLayoutVars>
          <dgm:bulletEnabled val="1"/>
        </dgm:presLayoutVars>
      </dgm:prSet>
      <dgm:spPr/>
    </dgm:pt>
    <dgm:pt modelId="{0F3C9F84-4699-4C6D-BD6E-FACD28912AB8}" type="pres">
      <dgm:prSet presAssocID="{F633B58D-DF0B-4A96-AADB-0D2FA201BBE4}" presName="FourNodes_1_text" presStyleLbl="node1" presStyleIdx="3" presStyleCnt="4">
        <dgm:presLayoutVars>
          <dgm:bulletEnabled val="1"/>
        </dgm:presLayoutVars>
      </dgm:prSet>
      <dgm:spPr/>
    </dgm:pt>
    <dgm:pt modelId="{C4A5ADBC-2518-4A99-8282-851A7D05B372}" type="pres">
      <dgm:prSet presAssocID="{F633B58D-DF0B-4A96-AADB-0D2FA201BBE4}" presName="FourNodes_2_text" presStyleLbl="node1" presStyleIdx="3" presStyleCnt="4">
        <dgm:presLayoutVars>
          <dgm:bulletEnabled val="1"/>
        </dgm:presLayoutVars>
      </dgm:prSet>
      <dgm:spPr/>
    </dgm:pt>
    <dgm:pt modelId="{C5D9DE77-62B1-46D8-907B-AB10142771E5}" type="pres">
      <dgm:prSet presAssocID="{F633B58D-DF0B-4A96-AADB-0D2FA201BBE4}" presName="FourNodes_3_text" presStyleLbl="node1" presStyleIdx="3" presStyleCnt="4">
        <dgm:presLayoutVars>
          <dgm:bulletEnabled val="1"/>
        </dgm:presLayoutVars>
      </dgm:prSet>
      <dgm:spPr/>
    </dgm:pt>
    <dgm:pt modelId="{DF0E647A-C7D3-4C85-AF85-9474B4DCF808}" type="pres">
      <dgm:prSet presAssocID="{F633B58D-DF0B-4A96-AADB-0D2FA201BBE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8841509-F768-4595-BAD6-65DA27E7BFF2}" type="presOf" srcId="{BA0DAE28-7165-4C27-9C56-2670472EEB96}" destId="{C4A5ADBC-2518-4A99-8282-851A7D05B372}" srcOrd="1" destOrd="0" presId="urn:microsoft.com/office/officeart/2005/8/layout/vProcess5"/>
    <dgm:cxn modelId="{479E7B11-A96A-4154-BA53-8B8F8D28D9D6}" type="presOf" srcId="{8A0FC396-B2B6-4C65-826E-8430AD3AB4BE}" destId="{153A0120-5E57-4B53-92D4-9DA8A9112E38}" srcOrd="0" destOrd="0" presId="urn:microsoft.com/office/officeart/2005/8/layout/vProcess5"/>
    <dgm:cxn modelId="{F8D8023A-A942-4547-9E89-BC8AFDBA8169}" srcId="{F633B58D-DF0B-4A96-AADB-0D2FA201BBE4}" destId="{83E766B7-64A0-4AF9-B69D-0F7708A7747F}" srcOrd="3" destOrd="0" parTransId="{D90C63E0-4E08-4B6D-A89B-72D0715B011B}" sibTransId="{3A4EC294-BF7A-40AE-AF96-DD474050C2DD}"/>
    <dgm:cxn modelId="{253E4464-5E9C-409F-A182-738FFFF7BD70}" type="presOf" srcId="{5CC7B029-4E32-4D67-80CC-BEFA0AE07FB1}" destId="{D3CD13D7-F288-40DE-8535-09F5E78BF191}" srcOrd="0" destOrd="0" presId="urn:microsoft.com/office/officeart/2005/8/layout/vProcess5"/>
    <dgm:cxn modelId="{EAEACC47-4291-45C7-AAD2-E81AE7375E3C}" type="presOf" srcId="{F633B58D-DF0B-4A96-AADB-0D2FA201BBE4}" destId="{EE0923B6-2AAC-4C88-97DE-FDFA93760329}" srcOrd="0" destOrd="0" presId="urn:microsoft.com/office/officeart/2005/8/layout/vProcess5"/>
    <dgm:cxn modelId="{B03C594B-BBB2-4D77-8218-B6AB065A0050}" type="presOf" srcId="{BA0DAE28-7165-4C27-9C56-2670472EEB96}" destId="{51E7A139-493F-4032-8368-BB1F68349C41}" srcOrd="0" destOrd="0" presId="urn:microsoft.com/office/officeart/2005/8/layout/vProcess5"/>
    <dgm:cxn modelId="{8B4DD44E-12F8-4E44-BAF3-DC6FAD2A2A60}" srcId="{F633B58D-DF0B-4A96-AADB-0D2FA201BBE4}" destId="{8A0FC396-B2B6-4C65-826E-8430AD3AB4BE}" srcOrd="0" destOrd="0" parTransId="{36163775-7083-4ECA-B90E-99741407D8ED}" sibTransId="{8D52ED37-B051-4ED7-BF98-0961CEF33E4A}"/>
    <dgm:cxn modelId="{A5663A56-C368-478E-9AFF-581913A276F3}" type="presOf" srcId="{2440BF74-FE55-4D83-B8FC-35811C3A7F83}" destId="{A7C8382F-FA34-47ED-B4D8-BE92716F05FE}" srcOrd="0" destOrd="0" presId="urn:microsoft.com/office/officeart/2005/8/layout/vProcess5"/>
    <dgm:cxn modelId="{C1E92F9B-DD9D-445C-9C14-3569AEF2192F}" type="presOf" srcId="{83E766B7-64A0-4AF9-B69D-0F7708A7747F}" destId="{738FBFBA-CF1E-4C64-9BE5-D178712A4139}" srcOrd="0" destOrd="0" presId="urn:microsoft.com/office/officeart/2005/8/layout/vProcess5"/>
    <dgm:cxn modelId="{FA060BB7-D344-47D8-B2D2-D7827F643FC7}" srcId="{F633B58D-DF0B-4A96-AADB-0D2FA201BBE4}" destId="{2440BF74-FE55-4D83-B8FC-35811C3A7F83}" srcOrd="2" destOrd="0" parTransId="{9DDBFCEF-473F-4131-8FA2-36BA0F93BA77}" sibTransId="{D5DC456C-F5FE-496F-949E-F3964B826A48}"/>
    <dgm:cxn modelId="{71EE94BB-5B01-40D1-9FF0-8296F3495CC8}" type="presOf" srcId="{8A0FC396-B2B6-4C65-826E-8430AD3AB4BE}" destId="{0F3C9F84-4699-4C6D-BD6E-FACD28912AB8}" srcOrd="1" destOrd="0" presId="urn:microsoft.com/office/officeart/2005/8/layout/vProcess5"/>
    <dgm:cxn modelId="{EFFCA5C7-B843-4032-9FB1-8B60FA884091}" type="presOf" srcId="{8D52ED37-B051-4ED7-BF98-0961CEF33E4A}" destId="{B1AC6D4C-DA6C-4373-8A86-DE6EC598E43B}" srcOrd="0" destOrd="0" presId="urn:microsoft.com/office/officeart/2005/8/layout/vProcess5"/>
    <dgm:cxn modelId="{A506EDCF-0874-4121-AE16-B059BF7E3DFB}" type="presOf" srcId="{2440BF74-FE55-4D83-B8FC-35811C3A7F83}" destId="{C5D9DE77-62B1-46D8-907B-AB10142771E5}" srcOrd="1" destOrd="0" presId="urn:microsoft.com/office/officeart/2005/8/layout/vProcess5"/>
    <dgm:cxn modelId="{9276C2D7-189A-4EED-ADC1-3A7BDDCA5DEB}" type="presOf" srcId="{D5DC456C-F5FE-496F-949E-F3964B826A48}" destId="{AA7DFA43-5592-4948-8327-9E389B0AE8E7}" srcOrd="0" destOrd="0" presId="urn:microsoft.com/office/officeart/2005/8/layout/vProcess5"/>
    <dgm:cxn modelId="{79A471DC-9307-4658-B81B-7C2306ECDE29}" srcId="{F633B58D-DF0B-4A96-AADB-0D2FA201BBE4}" destId="{BA0DAE28-7165-4C27-9C56-2670472EEB96}" srcOrd="1" destOrd="0" parTransId="{6E10157D-AA00-464E-AA31-FC784BDFB914}" sibTransId="{5CC7B029-4E32-4D67-80CC-BEFA0AE07FB1}"/>
    <dgm:cxn modelId="{B1525CE4-6046-4EFC-B523-ACECEE98B21A}" type="presOf" srcId="{83E766B7-64A0-4AF9-B69D-0F7708A7747F}" destId="{DF0E647A-C7D3-4C85-AF85-9474B4DCF808}" srcOrd="1" destOrd="0" presId="urn:microsoft.com/office/officeart/2005/8/layout/vProcess5"/>
    <dgm:cxn modelId="{8B597CCE-C58B-4992-8884-233A0791F646}" type="presParOf" srcId="{EE0923B6-2AAC-4C88-97DE-FDFA93760329}" destId="{A6854387-B82E-48A5-B566-35CEA4AA37DA}" srcOrd="0" destOrd="0" presId="urn:microsoft.com/office/officeart/2005/8/layout/vProcess5"/>
    <dgm:cxn modelId="{C2267755-E505-4AB1-A527-ADD83FCE3F16}" type="presParOf" srcId="{EE0923B6-2AAC-4C88-97DE-FDFA93760329}" destId="{153A0120-5E57-4B53-92D4-9DA8A9112E38}" srcOrd="1" destOrd="0" presId="urn:microsoft.com/office/officeart/2005/8/layout/vProcess5"/>
    <dgm:cxn modelId="{8F2915B1-84A8-423D-9EDC-ACD656636E7D}" type="presParOf" srcId="{EE0923B6-2AAC-4C88-97DE-FDFA93760329}" destId="{51E7A139-493F-4032-8368-BB1F68349C41}" srcOrd="2" destOrd="0" presId="urn:microsoft.com/office/officeart/2005/8/layout/vProcess5"/>
    <dgm:cxn modelId="{2B1C9802-AD59-48C3-A6B8-E8BC12D0F083}" type="presParOf" srcId="{EE0923B6-2AAC-4C88-97DE-FDFA93760329}" destId="{A7C8382F-FA34-47ED-B4D8-BE92716F05FE}" srcOrd="3" destOrd="0" presId="urn:microsoft.com/office/officeart/2005/8/layout/vProcess5"/>
    <dgm:cxn modelId="{7BF85A0C-9AA4-4E19-8F36-EF2EAD39BF64}" type="presParOf" srcId="{EE0923B6-2AAC-4C88-97DE-FDFA93760329}" destId="{738FBFBA-CF1E-4C64-9BE5-D178712A4139}" srcOrd="4" destOrd="0" presId="urn:microsoft.com/office/officeart/2005/8/layout/vProcess5"/>
    <dgm:cxn modelId="{5600B813-BEAF-4AC2-A59A-EE267FA3918B}" type="presParOf" srcId="{EE0923B6-2AAC-4C88-97DE-FDFA93760329}" destId="{B1AC6D4C-DA6C-4373-8A86-DE6EC598E43B}" srcOrd="5" destOrd="0" presId="urn:microsoft.com/office/officeart/2005/8/layout/vProcess5"/>
    <dgm:cxn modelId="{D06BF383-D968-4DE4-BBFA-D60526DBEF73}" type="presParOf" srcId="{EE0923B6-2AAC-4C88-97DE-FDFA93760329}" destId="{D3CD13D7-F288-40DE-8535-09F5E78BF191}" srcOrd="6" destOrd="0" presId="urn:microsoft.com/office/officeart/2005/8/layout/vProcess5"/>
    <dgm:cxn modelId="{7EEE6D65-DA7B-409F-99DF-A97CE8DF53DB}" type="presParOf" srcId="{EE0923B6-2AAC-4C88-97DE-FDFA93760329}" destId="{AA7DFA43-5592-4948-8327-9E389B0AE8E7}" srcOrd="7" destOrd="0" presId="urn:microsoft.com/office/officeart/2005/8/layout/vProcess5"/>
    <dgm:cxn modelId="{FE827CA8-6E5F-4F33-B7F6-FCC4FAB28B58}" type="presParOf" srcId="{EE0923B6-2AAC-4C88-97DE-FDFA93760329}" destId="{0F3C9F84-4699-4C6D-BD6E-FACD28912AB8}" srcOrd="8" destOrd="0" presId="urn:microsoft.com/office/officeart/2005/8/layout/vProcess5"/>
    <dgm:cxn modelId="{E61B4240-7591-42F2-B65C-0947C356986F}" type="presParOf" srcId="{EE0923B6-2AAC-4C88-97DE-FDFA93760329}" destId="{C4A5ADBC-2518-4A99-8282-851A7D05B372}" srcOrd="9" destOrd="0" presId="urn:microsoft.com/office/officeart/2005/8/layout/vProcess5"/>
    <dgm:cxn modelId="{420DC859-EA86-4B3E-91BC-8E311665E44E}" type="presParOf" srcId="{EE0923B6-2AAC-4C88-97DE-FDFA93760329}" destId="{C5D9DE77-62B1-46D8-907B-AB10142771E5}" srcOrd="10" destOrd="0" presId="urn:microsoft.com/office/officeart/2005/8/layout/vProcess5"/>
    <dgm:cxn modelId="{40AA8501-7029-442D-8DF5-C92949ECDD69}" type="presParOf" srcId="{EE0923B6-2AAC-4C88-97DE-FDFA93760329}" destId="{DF0E647A-C7D3-4C85-AF85-9474B4DCF80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6C969D-99D6-4983-99D8-07CBC192CC4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7F46EA-B417-40ED-BF16-322FE152065E}">
      <dgm:prSet/>
      <dgm:spPr/>
      <dgm:t>
        <a:bodyPr/>
        <a:lstStyle/>
        <a:p>
          <a:r>
            <a:rPr lang="en-US"/>
            <a:t>Select a formula cell with potential issues</a:t>
          </a:r>
        </a:p>
      </dgm:t>
    </dgm:pt>
    <dgm:pt modelId="{9F91DE37-2D82-4364-86D0-5EE3289C2CD1}" type="parTrans" cxnId="{E5C949A0-6473-482D-872D-EF4E0F1CC57E}">
      <dgm:prSet/>
      <dgm:spPr/>
      <dgm:t>
        <a:bodyPr/>
        <a:lstStyle/>
        <a:p>
          <a:endParaRPr lang="en-US"/>
        </a:p>
      </dgm:t>
    </dgm:pt>
    <dgm:pt modelId="{F7580B1C-EB26-4D3C-800C-63052FE5A54C}" type="sibTrans" cxnId="{E5C949A0-6473-482D-872D-EF4E0F1CC57E}">
      <dgm:prSet/>
      <dgm:spPr/>
      <dgm:t>
        <a:bodyPr/>
        <a:lstStyle/>
        <a:p>
          <a:endParaRPr lang="en-US"/>
        </a:p>
      </dgm:t>
    </dgm:pt>
    <dgm:pt modelId="{8E7CCB18-8FCC-495B-A8E6-D4D201704CB7}">
      <dgm:prSet/>
      <dgm:spPr/>
      <dgm:t>
        <a:bodyPr/>
        <a:lstStyle/>
        <a:p>
          <a:r>
            <a:rPr lang="en-US"/>
            <a:t>AI analyzes the formula against your sheet headers</a:t>
          </a:r>
        </a:p>
      </dgm:t>
    </dgm:pt>
    <dgm:pt modelId="{C3779E70-35EB-4E63-822C-B371515CEA6D}" type="parTrans" cxnId="{253CE3F5-17E3-4329-9B3A-583A8C98BFAC}">
      <dgm:prSet/>
      <dgm:spPr/>
      <dgm:t>
        <a:bodyPr/>
        <a:lstStyle/>
        <a:p>
          <a:endParaRPr lang="en-US"/>
        </a:p>
      </dgm:t>
    </dgm:pt>
    <dgm:pt modelId="{2CD8577A-C968-47D6-BD32-60F884383989}" type="sibTrans" cxnId="{253CE3F5-17E3-4329-9B3A-583A8C98BFAC}">
      <dgm:prSet/>
      <dgm:spPr/>
      <dgm:t>
        <a:bodyPr/>
        <a:lstStyle/>
        <a:p>
          <a:endParaRPr lang="en-US"/>
        </a:p>
      </dgm:t>
    </dgm:pt>
    <dgm:pt modelId="{E8DD305A-6A9B-4A19-831F-80746A5CED3D}">
      <dgm:prSet/>
      <dgm:spPr/>
      <dgm:t>
        <a:bodyPr/>
        <a:lstStyle/>
        <a:p>
          <a:r>
            <a:rPr lang="en-US"/>
            <a:t>Get detailed analysis of what's wrong and why</a:t>
          </a:r>
        </a:p>
      </dgm:t>
    </dgm:pt>
    <dgm:pt modelId="{B4650F8E-2D9B-41B4-9A87-3706EC5BEEF9}" type="parTrans" cxnId="{0A49E782-86A0-479B-A666-2455B88026AE}">
      <dgm:prSet/>
      <dgm:spPr/>
      <dgm:t>
        <a:bodyPr/>
        <a:lstStyle/>
        <a:p>
          <a:endParaRPr lang="en-US"/>
        </a:p>
      </dgm:t>
    </dgm:pt>
    <dgm:pt modelId="{390C85AB-F3BB-4406-B6EA-88DE9987ACE2}" type="sibTrans" cxnId="{0A49E782-86A0-479B-A666-2455B88026AE}">
      <dgm:prSet/>
      <dgm:spPr/>
      <dgm:t>
        <a:bodyPr/>
        <a:lstStyle/>
        <a:p>
          <a:endParaRPr lang="en-US"/>
        </a:p>
      </dgm:t>
    </dgm:pt>
    <dgm:pt modelId="{8F3EB6CC-3B58-495F-BCC9-52E8B2639074}">
      <dgm:prSet/>
      <dgm:spPr/>
      <dgm:t>
        <a:bodyPr/>
        <a:lstStyle/>
        <a:p>
          <a:r>
            <a:rPr lang="en-US"/>
            <a:t>Receive clear suggestions for fixing the formula</a:t>
          </a:r>
        </a:p>
      </dgm:t>
    </dgm:pt>
    <dgm:pt modelId="{196E9B37-37BC-4D81-962B-B87DEDFED0ED}" type="parTrans" cxnId="{D28A8BCE-228B-4066-BCAC-2D77DDC45203}">
      <dgm:prSet/>
      <dgm:spPr/>
      <dgm:t>
        <a:bodyPr/>
        <a:lstStyle/>
        <a:p>
          <a:endParaRPr lang="en-US"/>
        </a:p>
      </dgm:t>
    </dgm:pt>
    <dgm:pt modelId="{C02886EC-F399-46F0-AC31-9AB272AD2FCF}" type="sibTrans" cxnId="{D28A8BCE-228B-4066-BCAC-2D77DDC45203}">
      <dgm:prSet/>
      <dgm:spPr/>
      <dgm:t>
        <a:bodyPr/>
        <a:lstStyle/>
        <a:p>
          <a:endParaRPr lang="en-US"/>
        </a:p>
      </dgm:t>
    </dgm:pt>
    <dgm:pt modelId="{6F11903B-9D8A-4EDC-B7A8-27A7C5595C4A}" type="pres">
      <dgm:prSet presAssocID="{C26C969D-99D6-4983-99D8-07CBC192CC42}" presName="outerComposite" presStyleCnt="0">
        <dgm:presLayoutVars>
          <dgm:chMax val="5"/>
          <dgm:dir/>
          <dgm:resizeHandles val="exact"/>
        </dgm:presLayoutVars>
      </dgm:prSet>
      <dgm:spPr/>
    </dgm:pt>
    <dgm:pt modelId="{E915C982-6D67-49D5-A266-5B44F7C4C25D}" type="pres">
      <dgm:prSet presAssocID="{C26C969D-99D6-4983-99D8-07CBC192CC42}" presName="dummyMaxCanvas" presStyleCnt="0">
        <dgm:presLayoutVars/>
      </dgm:prSet>
      <dgm:spPr/>
    </dgm:pt>
    <dgm:pt modelId="{2512F76E-6F4F-443A-8DB1-2309F1DE6AC3}" type="pres">
      <dgm:prSet presAssocID="{C26C969D-99D6-4983-99D8-07CBC192CC42}" presName="FourNodes_1" presStyleLbl="node1" presStyleIdx="0" presStyleCnt="4">
        <dgm:presLayoutVars>
          <dgm:bulletEnabled val="1"/>
        </dgm:presLayoutVars>
      </dgm:prSet>
      <dgm:spPr/>
    </dgm:pt>
    <dgm:pt modelId="{6B520BBE-B7C3-4231-80F2-26C8C950E54E}" type="pres">
      <dgm:prSet presAssocID="{C26C969D-99D6-4983-99D8-07CBC192CC42}" presName="FourNodes_2" presStyleLbl="node1" presStyleIdx="1" presStyleCnt="4">
        <dgm:presLayoutVars>
          <dgm:bulletEnabled val="1"/>
        </dgm:presLayoutVars>
      </dgm:prSet>
      <dgm:spPr/>
    </dgm:pt>
    <dgm:pt modelId="{DEB69CAF-87F2-4A1E-B5E4-984020E62566}" type="pres">
      <dgm:prSet presAssocID="{C26C969D-99D6-4983-99D8-07CBC192CC42}" presName="FourNodes_3" presStyleLbl="node1" presStyleIdx="2" presStyleCnt="4">
        <dgm:presLayoutVars>
          <dgm:bulletEnabled val="1"/>
        </dgm:presLayoutVars>
      </dgm:prSet>
      <dgm:spPr/>
    </dgm:pt>
    <dgm:pt modelId="{517A7B06-82DA-4AE9-8DAC-EE06DFE071F2}" type="pres">
      <dgm:prSet presAssocID="{C26C969D-99D6-4983-99D8-07CBC192CC42}" presName="FourNodes_4" presStyleLbl="node1" presStyleIdx="3" presStyleCnt="4">
        <dgm:presLayoutVars>
          <dgm:bulletEnabled val="1"/>
        </dgm:presLayoutVars>
      </dgm:prSet>
      <dgm:spPr/>
    </dgm:pt>
    <dgm:pt modelId="{0FA57504-D689-4DB9-9FA9-38386D3F1150}" type="pres">
      <dgm:prSet presAssocID="{C26C969D-99D6-4983-99D8-07CBC192CC42}" presName="FourConn_1-2" presStyleLbl="fgAccFollowNode1" presStyleIdx="0" presStyleCnt="3">
        <dgm:presLayoutVars>
          <dgm:bulletEnabled val="1"/>
        </dgm:presLayoutVars>
      </dgm:prSet>
      <dgm:spPr/>
    </dgm:pt>
    <dgm:pt modelId="{2D448040-A8AB-42C2-95E4-4E5758CEEAFE}" type="pres">
      <dgm:prSet presAssocID="{C26C969D-99D6-4983-99D8-07CBC192CC42}" presName="FourConn_2-3" presStyleLbl="fgAccFollowNode1" presStyleIdx="1" presStyleCnt="3">
        <dgm:presLayoutVars>
          <dgm:bulletEnabled val="1"/>
        </dgm:presLayoutVars>
      </dgm:prSet>
      <dgm:spPr/>
    </dgm:pt>
    <dgm:pt modelId="{140C55C6-9C40-497B-9F14-4D9C0ADDEE86}" type="pres">
      <dgm:prSet presAssocID="{C26C969D-99D6-4983-99D8-07CBC192CC42}" presName="FourConn_3-4" presStyleLbl="fgAccFollowNode1" presStyleIdx="2" presStyleCnt="3">
        <dgm:presLayoutVars>
          <dgm:bulletEnabled val="1"/>
        </dgm:presLayoutVars>
      </dgm:prSet>
      <dgm:spPr/>
    </dgm:pt>
    <dgm:pt modelId="{20AFE632-9DBE-4957-93C0-51A871A7AABD}" type="pres">
      <dgm:prSet presAssocID="{C26C969D-99D6-4983-99D8-07CBC192CC42}" presName="FourNodes_1_text" presStyleLbl="node1" presStyleIdx="3" presStyleCnt="4">
        <dgm:presLayoutVars>
          <dgm:bulletEnabled val="1"/>
        </dgm:presLayoutVars>
      </dgm:prSet>
      <dgm:spPr/>
    </dgm:pt>
    <dgm:pt modelId="{09A79E18-84C7-4F5A-B1DD-C009B6A23160}" type="pres">
      <dgm:prSet presAssocID="{C26C969D-99D6-4983-99D8-07CBC192CC42}" presName="FourNodes_2_text" presStyleLbl="node1" presStyleIdx="3" presStyleCnt="4">
        <dgm:presLayoutVars>
          <dgm:bulletEnabled val="1"/>
        </dgm:presLayoutVars>
      </dgm:prSet>
      <dgm:spPr/>
    </dgm:pt>
    <dgm:pt modelId="{8CA94799-9871-4DFA-ADA4-684E24AA25F5}" type="pres">
      <dgm:prSet presAssocID="{C26C969D-99D6-4983-99D8-07CBC192CC42}" presName="FourNodes_3_text" presStyleLbl="node1" presStyleIdx="3" presStyleCnt="4">
        <dgm:presLayoutVars>
          <dgm:bulletEnabled val="1"/>
        </dgm:presLayoutVars>
      </dgm:prSet>
      <dgm:spPr/>
    </dgm:pt>
    <dgm:pt modelId="{74556EB9-84A7-4267-A7FD-BEEE2770B060}" type="pres">
      <dgm:prSet presAssocID="{C26C969D-99D6-4983-99D8-07CBC192CC4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9F66B0C-BBD1-4D71-BB48-05F630DB0E50}" type="presOf" srcId="{2CD8577A-C968-47D6-BD32-60F884383989}" destId="{2D448040-A8AB-42C2-95E4-4E5758CEEAFE}" srcOrd="0" destOrd="0" presId="urn:microsoft.com/office/officeart/2005/8/layout/vProcess5"/>
    <dgm:cxn modelId="{43346D16-ACBD-4B45-87A6-C0F34F7A3420}" type="presOf" srcId="{390C85AB-F3BB-4406-B6EA-88DE9987ACE2}" destId="{140C55C6-9C40-497B-9F14-4D9C0ADDEE86}" srcOrd="0" destOrd="0" presId="urn:microsoft.com/office/officeart/2005/8/layout/vProcess5"/>
    <dgm:cxn modelId="{416D901F-C980-4A2E-B9FB-E136951C0017}" type="presOf" srcId="{F7580B1C-EB26-4D3C-800C-63052FE5A54C}" destId="{0FA57504-D689-4DB9-9FA9-38386D3F1150}" srcOrd="0" destOrd="0" presId="urn:microsoft.com/office/officeart/2005/8/layout/vProcess5"/>
    <dgm:cxn modelId="{A6760B73-0A00-427E-A16B-C9E139699CFD}" type="presOf" srcId="{8F3EB6CC-3B58-495F-BCC9-52E8B2639074}" destId="{74556EB9-84A7-4267-A7FD-BEEE2770B060}" srcOrd="1" destOrd="0" presId="urn:microsoft.com/office/officeart/2005/8/layout/vProcess5"/>
    <dgm:cxn modelId="{0A49E782-86A0-479B-A666-2455B88026AE}" srcId="{C26C969D-99D6-4983-99D8-07CBC192CC42}" destId="{E8DD305A-6A9B-4A19-831F-80746A5CED3D}" srcOrd="2" destOrd="0" parTransId="{B4650F8E-2D9B-41B4-9A87-3706EC5BEEF9}" sibTransId="{390C85AB-F3BB-4406-B6EA-88DE9987ACE2}"/>
    <dgm:cxn modelId="{EAA1D689-952C-47EC-8B88-C46C8A95CB48}" type="presOf" srcId="{8E7CCB18-8FCC-495B-A8E6-D4D201704CB7}" destId="{6B520BBE-B7C3-4231-80F2-26C8C950E54E}" srcOrd="0" destOrd="0" presId="urn:microsoft.com/office/officeart/2005/8/layout/vProcess5"/>
    <dgm:cxn modelId="{47BE0098-0427-4957-B51C-26A1A2B8A647}" type="presOf" srcId="{C26C969D-99D6-4983-99D8-07CBC192CC42}" destId="{6F11903B-9D8A-4EDC-B7A8-27A7C5595C4A}" srcOrd="0" destOrd="0" presId="urn:microsoft.com/office/officeart/2005/8/layout/vProcess5"/>
    <dgm:cxn modelId="{BC232C9B-9349-426F-94A6-5444CDFC386A}" type="presOf" srcId="{8E7CCB18-8FCC-495B-A8E6-D4D201704CB7}" destId="{09A79E18-84C7-4F5A-B1DD-C009B6A23160}" srcOrd="1" destOrd="0" presId="urn:microsoft.com/office/officeart/2005/8/layout/vProcess5"/>
    <dgm:cxn modelId="{E5C949A0-6473-482D-872D-EF4E0F1CC57E}" srcId="{C26C969D-99D6-4983-99D8-07CBC192CC42}" destId="{D47F46EA-B417-40ED-BF16-322FE152065E}" srcOrd="0" destOrd="0" parTransId="{9F91DE37-2D82-4364-86D0-5EE3289C2CD1}" sibTransId="{F7580B1C-EB26-4D3C-800C-63052FE5A54C}"/>
    <dgm:cxn modelId="{702B05A9-2F83-41C4-A76F-2A77FD83821F}" type="presOf" srcId="{D47F46EA-B417-40ED-BF16-322FE152065E}" destId="{2512F76E-6F4F-443A-8DB1-2309F1DE6AC3}" srcOrd="0" destOrd="0" presId="urn:microsoft.com/office/officeart/2005/8/layout/vProcess5"/>
    <dgm:cxn modelId="{D28A8BCE-228B-4066-BCAC-2D77DDC45203}" srcId="{C26C969D-99D6-4983-99D8-07CBC192CC42}" destId="{8F3EB6CC-3B58-495F-BCC9-52E8B2639074}" srcOrd="3" destOrd="0" parTransId="{196E9B37-37BC-4D81-962B-B87DEDFED0ED}" sibTransId="{C02886EC-F399-46F0-AC31-9AB272AD2FCF}"/>
    <dgm:cxn modelId="{AD4941E5-4AA2-4C2E-A7B2-92FAAE06ADF6}" type="presOf" srcId="{E8DD305A-6A9B-4A19-831F-80746A5CED3D}" destId="{8CA94799-9871-4DFA-ADA4-684E24AA25F5}" srcOrd="1" destOrd="0" presId="urn:microsoft.com/office/officeart/2005/8/layout/vProcess5"/>
    <dgm:cxn modelId="{DD75C7E6-2926-4025-ABCB-932701BC7D6B}" type="presOf" srcId="{E8DD305A-6A9B-4A19-831F-80746A5CED3D}" destId="{DEB69CAF-87F2-4A1E-B5E4-984020E62566}" srcOrd="0" destOrd="0" presId="urn:microsoft.com/office/officeart/2005/8/layout/vProcess5"/>
    <dgm:cxn modelId="{253CE3F5-17E3-4329-9B3A-583A8C98BFAC}" srcId="{C26C969D-99D6-4983-99D8-07CBC192CC42}" destId="{8E7CCB18-8FCC-495B-A8E6-D4D201704CB7}" srcOrd="1" destOrd="0" parTransId="{C3779E70-35EB-4E63-822C-B371515CEA6D}" sibTransId="{2CD8577A-C968-47D6-BD32-60F884383989}"/>
    <dgm:cxn modelId="{FAAF0AF8-D67E-431A-82E9-6D6CC59A0BFC}" type="presOf" srcId="{D47F46EA-B417-40ED-BF16-322FE152065E}" destId="{20AFE632-9DBE-4957-93C0-51A871A7AABD}" srcOrd="1" destOrd="0" presId="urn:microsoft.com/office/officeart/2005/8/layout/vProcess5"/>
    <dgm:cxn modelId="{75EE6FFF-3CC7-432B-9BC2-F8C77C062134}" type="presOf" srcId="{8F3EB6CC-3B58-495F-BCC9-52E8B2639074}" destId="{517A7B06-82DA-4AE9-8DAC-EE06DFE071F2}" srcOrd="0" destOrd="0" presId="urn:microsoft.com/office/officeart/2005/8/layout/vProcess5"/>
    <dgm:cxn modelId="{82184C81-ECD8-42EF-884F-1D0BE0D8A79D}" type="presParOf" srcId="{6F11903B-9D8A-4EDC-B7A8-27A7C5595C4A}" destId="{E915C982-6D67-49D5-A266-5B44F7C4C25D}" srcOrd="0" destOrd="0" presId="urn:microsoft.com/office/officeart/2005/8/layout/vProcess5"/>
    <dgm:cxn modelId="{F0246ED2-087A-40AD-A615-3EA79FDDFAD2}" type="presParOf" srcId="{6F11903B-9D8A-4EDC-B7A8-27A7C5595C4A}" destId="{2512F76E-6F4F-443A-8DB1-2309F1DE6AC3}" srcOrd="1" destOrd="0" presId="urn:microsoft.com/office/officeart/2005/8/layout/vProcess5"/>
    <dgm:cxn modelId="{84AAE226-339D-4276-9E22-88405A837F14}" type="presParOf" srcId="{6F11903B-9D8A-4EDC-B7A8-27A7C5595C4A}" destId="{6B520BBE-B7C3-4231-80F2-26C8C950E54E}" srcOrd="2" destOrd="0" presId="urn:microsoft.com/office/officeart/2005/8/layout/vProcess5"/>
    <dgm:cxn modelId="{1D254025-0A32-4BF8-9642-F5559DD5CB18}" type="presParOf" srcId="{6F11903B-9D8A-4EDC-B7A8-27A7C5595C4A}" destId="{DEB69CAF-87F2-4A1E-B5E4-984020E62566}" srcOrd="3" destOrd="0" presId="urn:microsoft.com/office/officeart/2005/8/layout/vProcess5"/>
    <dgm:cxn modelId="{97A2FB12-2650-40FB-89AD-3DB22EACA2D2}" type="presParOf" srcId="{6F11903B-9D8A-4EDC-B7A8-27A7C5595C4A}" destId="{517A7B06-82DA-4AE9-8DAC-EE06DFE071F2}" srcOrd="4" destOrd="0" presId="urn:microsoft.com/office/officeart/2005/8/layout/vProcess5"/>
    <dgm:cxn modelId="{BE062E10-2AD9-4508-94CE-E7CB45339299}" type="presParOf" srcId="{6F11903B-9D8A-4EDC-B7A8-27A7C5595C4A}" destId="{0FA57504-D689-4DB9-9FA9-38386D3F1150}" srcOrd="5" destOrd="0" presId="urn:microsoft.com/office/officeart/2005/8/layout/vProcess5"/>
    <dgm:cxn modelId="{B8151292-A986-44A8-9946-BDB18544F7DD}" type="presParOf" srcId="{6F11903B-9D8A-4EDC-B7A8-27A7C5595C4A}" destId="{2D448040-A8AB-42C2-95E4-4E5758CEEAFE}" srcOrd="6" destOrd="0" presId="urn:microsoft.com/office/officeart/2005/8/layout/vProcess5"/>
    <dgm:cxn modelId="{B345017F-01E3-4CB5-8ECE-D35C77A0D7C3}" type="presParOf" srcId="{6F11903B-9D8A-4EDC-B7A8-27A7C5595C4A}" destId="{140C55C6-9C40-497B-9F14-4D9C0ADDEE86}" srcOrd="7" destOrd="0" presId="urn:microsoft.com/office/officeart/2005/8/layout/vProcess5"/>
    <dgm:cxn modelId="{0AC18916-47BF-4ED8-97F7-3AD6C7ABA7B7}" type="presParOf" srcId="{6F11903B-9D8A-4EDC-B7A8-27A7C5595C4A}" destId="{20AFE632-9DBE-4957-93C0-51A871A7AABD}" srcOrd="8" destOrd="0" presId="urn:microsoft.com/office/officeart/2005/8/layout/vProcess5"/>
    <dgm:cxn modelId="{6A5879C1-DAE6-4EDA-AFCC-96FE35D7C6EF}" type="presParOf" srcId="{6F11903B-9D8A-4EDC-B7A8-27A7C5595C4A}" destId="{09A79E18-84C7-4F5A-B1DD-C009B6A23160}" srcOrd="9" destOrd="0" presId="urn:microsoft.com/office/officeart/2005/8/layout/vProcess5"/>
    <dgm:cxn modelId="{9FF4731D-D8BB-49E7-BACE-E66944B6C4E2}" type="presParOf" srcId="{6F11903B-9D8A-4EDC-B7A8-27A7C5595C4A}" destId="{8CA94799-9871-4DFA-ADA4-684E24AA25F5}" srcOrd="10" destOrd="0" presId="urn:microsoft.com/office/officeart/2005/8/layout/vProcess5"/>
    <dgm:cxn modelId="{C0884F17-DA2D-423A-8AC1-538BABE36920}" type="presParOf" srcId="{6F11903B-9D8A-4EDC-B7A8-27A7C5595C4A}" destId="{74556EB9-84A7-4267-A7FD-BEEE2770B06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2D3E50-87B6-4DC3-A827-D4D7B3DFE0A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2CA6A7A-7EC2-4D58-B436-8462F8A2C1DD}">
      <dgm:prSet/>
      <dgm:spPr/>
      <dgm:t>
        <a:bodyPr/>
        <a:lstStyle/>
        <a:p>
          <a:r>
            <a:rPr lang="en-US"/>
            <a:t>Catch errors before they cause calculation problems</a:t>
          </a:r>
        </a:p>
      </dgm:t>
    </dgm:pt>
    <dgm:pt modelId="{3EDAB6E0-4675-419C-B307-F6F3DF8ACE42}" type="parTrans" cxnId="{DFA9B813-E766-4591-A276-E59A5E8DE6E7}">
      <dgm:prSet/>
      <dgm:spPr/>
      <dgm:t>
        <a:bodyPr/>
        <a:lstStyle/>
        <a:p>
          <a:endParaRPr lang="en-US"/>
        </a:p>
      </dgm:t>
    </dgm:pt>
    <dgm:pt modelId="{0A5F673A-EC8E-49C5-BB0C-78B2483A6CE7}" type="sibTrans" cxnId="{DFA9B813-E766-4591-A276-E59A5E8DE6E7}">
      <dgm:prSet/>
      <dgm:spPr/>
      <dgm:t>
        <a:bodyPr/>
        <a:lstStyle/>
        <a:p>
          <a:endParaRPr lang="en-US"/>
        </a:p>
      </dgm:t>
    </dgm:pt>
    <dgm:pt modelId="{F0806CBF-CA8E-4FB1-AB8A-3288A956F6EF}">
      <dgm:prSet/>
      <dgm:spPr/>
      <dgm:t>
        <a:bodyPr/>
        <a:lstStyle/>
        <a:p>
          <a:r>
            <a:rPr lang="en-US"/>
            <a:t>Understand why a formula isn't working</a:t>
          </a:r>
        </a:p>
      </dgm:t>
    </dgm:pt>
    <dgm:pt modelId="{5D2234E7-B7B5-4C67-A1E7-743B52BEA8B3}" type="parTrans" cxnId="{655EAA6C-A9A0-4F37-AC70-B565D6FD1590}">
      <dgm:prSet/>
      <dgm:spPr/>
      <dgm:t>
        <a:bodyPr/>
        <a:lstStyle/>
        <a:p>
          <a:endParaRPr lang="en-US"/>
        </a:p>
      </dgm:t>
    </dgm:pt>
    <dgm:pt modelId="{9A99A586-46F9-4444-B6DB-91FCA5B57F38}" type="sibTrans" cxnId="{655EAA6C-A9A0-4F37-AC70-B565D6FD1590}">
      <dgm:prSet/>
      <dgm:spPr/>
      <dgm:t>
        <a:bodyPr/>
        <a:lstStyle/>
        <a:p>
          <a:endParaRPr lang="en-US"/>
        </a:p>
      </dgm:t>
    </dgm:pt>
    <dgm:pt modelId="{BEA951AC-FC3E-4BB4-B82F-EBD00A374582}">
      <dgm:prSet/>
      <dgm:spPr/>
      <dgm:t>
        <a:bodyPr/>
        <a:lstStyle/>
        <a:p>
          <a:r>
            <a:rPr lang="en-US"/>
            <a:t>Learn proper Excel formula structure</a:t>
          </a:r>
        </a:p>
      </dgm:t>
    </dgm:pt>
    <dgm:pt modelId="{F3C2ADF4-CE36-46B2-976C-4386D2706ECD}" type="parTrans" cxnId="{BE1E280C-BBF6-41A8-9F11-6AA3BF7DEC79}">
      <dgm:prSet/>
      <dgm:spPr/>
      <dgm:t>
        <a:bodyPr/>
        <a:lstStyle/>
        <a:p>
          <a:endParaRPr lang="en-US"/>
        </a:p>
      </dgm:t>
    </dgm:pt>
    <dgm:pt modelId="{C95E2C88-9889-4A77-A619-84FA48B46679}" type="sibTrans" cxnId="{BE1E280C-BBF6-41A8-9F11-6AA3BF7DEC79}">
      <dgm:prSet/>
      <dgm:spPr/>
      <dgm:t>
        <a:bodyPr/>
        <a:lstStyle/>
        <a:p>
          <a:endParaRPr lang="en-US"/>
        </a:p>
      </dgm:t>
    </dgm:pt>
    <dgm:pt modelId="{017ED900-5297-41A3-BE55-B7F1C1011570}">
      <dgm:prSet/>
      <dgm:spPr/>
      <dgm:t>
        <a:bodyPr/>
        <a:lstStyle/>
        <a:p>
          <a:r>
            <a:rPr lang="en-US"/>
            <a:t>Reduce spreadsheet debugging time</a:t>
          </a:r>
        </a:p>
      </dgm:t>
    </dgm:pt>
    <dgm:pt modelId="{FE9E4467-C20D-44B2-A562-624668357AC3}" type="parTrans" cxnId="{9538315E-7975-4C5E-9EA1-81D7D866E732}">
      <dgm:prSet/>
      <dgm:spPr/>
      <dgm:t>
        <a:bodyPr/>
        <a:lstStyle/>
        <a:p>
          <a:endParaRPr lang="en-US"/>
        </a:p>
      </dgm:t>
    </dgm:pt>
    <dgm:pt modelId="{722D6423-87C5-435B-A9C9-8BD68E7FFFCF}" type="sibTrans" cxnId="{9538315E-7975-4C5E-9EA1-81D7D866E732}">
      <dgm:prSet/>
      <dgm:spPr/>
      <dgm:t>
        <a:bodyPr/>
        <a:lstStyle/>
        <a:p>
          <a:endParaRPr lang="en-US"/>
        </a:p>
      </dgm:t>
    </dgm:pt>
    <dgm:pt modelId="{23E4B1D0-7743-42A3-965D-393C1D2A1BCB}">
      <dgm:prSet/>
      <dgm:spPr/>
      <dgm:t>
        <a:bodyPr/>
        <a:lstStyle/>
        <a:p>
          <a:r>
            <a:rPr lang="en-US"/>
            <a:t>Prevent cascading errors in complex models</a:t>
          </a:r>
        </a:p>
      </dgm:t>
    </dgm:pt>
    <dgm:pt modelId="{8A859BA4-6652-4B4F-BD5D-640A6F3333A7}" type="parTrans" cxnId="{44482D67-70E7-403A-952D-01ABDDEE2590}">
      <dgm:prSet/>
      <dgm:spPr/>
      <dgm:t>
        <a:bodyPr/>
        <a:lstStyle/>
        <a:p>
          <a:endParaRPr lang="en-US"/>
        </a:p>
      </dgm:t>
    </dgm:pt>
    <dgm:pt modelId="{76792F48-D8CD-400C-AEAB-575DC002F9F0}" type="sibTrans" cxnId="{44482D67-70E7-403A-952D-01ABDDEE2590}">
      <dgm:prSet/>
      <dgm:spPr/>
      <dgm:t>
        <a:bodyPr/>
        <a:lstStyle/>
        <a:p>
          <a:endParaRPr lang="en-US"/>
        </a:p>
      </dgm:t>
    </dgm:pt>
    <dgm:pt modelId="{18FE1039-6D96-4FFF-9F50-1846C53DBD8C}" type="pres">
      <dgm:prSet presAssocID="{D22D3E50-87B6-4DC3-A827-D4D7B3DFE0A4}" presName="root" presStyleCnt="0">
        <dgm:presLayoutVars>
          <dgm:dir/>
          <dgm:resizeHandles val="exact"/>
        </dgm:presLayoutVars>
      </dgm:prSet>
      <dgm:spPr/>
    </dgm:pt>
    <dgm:pt modelId="{14379D24-81A1-4879-A206-2E650A0C17C5}" type="pres">
      <dgm:prSet presAssocID="{D22D3E50-87B6-4DC3-A827-D4D7B3DFE0A4}" presName="container" presStyleCnt="0">
        <dgm:presLayoutVars>
          <dgm:dir/>
          <dgm:resizeHandles val="exact"/>
        </dgm:presLayoutVars>
      </dgm:prSet>
      <dgm:spPr/>
    </dgm:pt>
    <dgm:pt modelId="{AEFDA3AE-981A-4C75-898D-23E502B5F414}" type="pres">
      <dgm:prSet presAssocID="{C2CA6A7A-7EC2-4D58-B436-8462F8A2C1DD}" presName="compNode" presStyleCnt="0"/>
      <dgm:spPr/>
    </dgm:pt>
    <dgm:pt modelId="{D0D00DD5-0D66-4A62-9985-9DBFE01BE42D}" type="pres">
      <dgm:prSet presAssocID="{C2CA6A7A-7EC2-4D58-B436-8462F8A2C1DD}" presName="iconBgRect" presStyleLbl="bgShp" presStyleIdx="0" presStyleCnt="5"/>
      <dgm:spPr/>
    </dgm:pt>
    <dgm:pt modelId="{CBCE749A-0BBB-4A68-BB0B-267F188987AD}" type="pres">
      <dgm:prSet presAssocID="{C2CA6A7A-7EC2-4D58-B436-8462F8A2C1D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D9DF422-7325-49EB-9135-05936DFA633E}" type="pres">
      <dgm:prSet presAssocID="{C2CA6A7A-7EC2-4D58-B436-8462F8A2C1DD}" presName="spaceRect" presStyleCnt="0"/>
      <dgm:spPr/>
    </dgm:pt>
    <dgm:pt modelId="{22547A39-384E-4947-B417-DB7EFDC0EAC1}" type="pres">
      <dgm:prSet presAssocID="{C2CA6A7A-7EC2-4D58-B436-8462F8A2C1DD}" presName="textRect" presStyleLbl="revTx" presStyleIdx="0" presStyleCnt="5">
        <dgm:presLayoutVars>
          <dgm:chMax val="1"/>
          <dgm:chPref val="1"/>
        </dgm:presLayoutVars>
      </dgm:prSet>
      <dgm:spPr/>
    </dgm:pt>
    <dgm:pt modelId="{819F81DD-5FDD-4F92-893C-E32DDC6C7EA8}" type="pres">
      <dgm:prSet presAssocID="{0A5F673A-EC8E-49C5-BB0C-78B2483A6CE7}" presName="sibTrans" presStyleLbl="sibTrans2D1" presStyleIdx="0" presStyleCnt="0"/>
      <dgm:spPr/>
    </dgm:pt>
    <dgm:pt modelId="{9794383A-5A76-480C-A64D-0DD24FFE6D6B}" type="pres">
      <dgm:prSet presAssocID="{F0806CBF-CA8E-4FB1-AB8A-3288A956F6EF}" presName="compNode" presStyleCnt="0"/>
      <dgm:spPr/>
    </dgm:pt>
    <dgm:pt modelId="{4C899216-8875-4877-A302-7849E5DC5AA9}" type="pres">
      <dgm:prSet presAssocID="{F0806CBF-CA8E-4FB1-AB8A-3288A956F6EF}" presName="iconBgRect" presStyleLbl="bgShp" presStyleIdx="1" presStyleCnt="5"/>
      <dgm:spPr/>
    </dgm:pt>
    <dgm:pt modelId="{7B95D385-FEA6-4220-A15E-2F93AA4BB0BC}" type="pres">
      <dgm:prSet presAssocID="{F0806CBF-CA8E-4FB1-AB8A-3288A956F6E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935EAFE-483F-4369-AA6B-1BAD22D77481}" type="pres">
      <dgm:prSet presAssocID="{F0806CBF-CA8E-4FB1-AB8A-3288A956F6EF}" presName="spaceRect" presStyleCnt="0"/>
      <dgm:spPr/>
    </dgm:pt>
    <dgm:pt modelId="{BA2A123D-826C-4406-BD73-9A3076E12FBB}" type="pres">
      <dgm:prSet presAssocID="{F0806CBF-CA8E-4FB1-AB8A-3288A956F6EF}" presName="textRect" presStyleLbl="revTx" presStyleIdx="1" presStyleCnt="5">
        <dgm:presLayoutVars>
          <dgm:chMax val="1"/>
          <dgm:chPref val="1"/>
        </dgm:presLayoutVars>
      </dgm:prSet>
      <dgm:spPr/>
    </dgm:pt>
    <dgm:pt modelId="{20D4930B-7B7C-4DC4-A661-9E9FD4AE3735}" type="pres">
      <dgm:prSet presAssocID="{9A99A586-46F9-4444-B6DB-91FCA5B57F38}" presName="sibTrans" presStyleLbl="sibTrans2D1" presStyleIdx="0" presStyleCnt="0"/>
      <dgm:spPr/>
    </dgm:pt>
    <dgm:pt modelId="{97CF1FC2-3D92-4790-AE9B-C19B8C8244A2}" type="pres">
      <dgm:prSet presAssocID="{BEA951AC-FC3E-4BB4-B82F-EBD00A374582}" presName="compNode" presStyleCnt="0"/>
      <dgm:spPr/>
    </dgm:pt>
    <dgm:pt modelId="{DBD95E55-1206-4CC7-898F-4DE312E54AF4}" type="pres">
      <dgm:prSet presAssocID="{BEA951AC-FC3E-4BB4-B82F-EBD00A374582}" presName="iconBgRect" presStyleLbl="bgShp" presStyleIdx="2" presStyleCnt="5"/>
      <dgm:spPr/>
    </dgm:pt>
    <dgm:pt modelId="{8EF1A232-701F-44E3-87BF-0C56439757C3}" type="pres">
      <dgm:prSet presAssocID="{BEA951AC-FC3E-4BB4-B82F-EBD00A37458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38F304EA-4A9C-4105-B2DC-D33F7FA45CA2}" type="pres">
      <dgm:prSet presAssocID="{BEA951AC-FC3E-4BB4-B82F-EBD00A374582}" presName="spaceRect" presStyleCnt="0"/>
      <dgm:spPr/>
    </dgm:pt>
    <dgm:pt modelId="{CE255446-C3A7-4AF0-8529-D6915A5AA2D6}" type="pres">
      <dgm:prSet presAssocID="{BEA951AC-FC3E-4BB4-B82F-EBD00A374582}" presName="textRect" presStyleLbl="revTx" presStyleIdx="2" presStyleCnt="5">
        <dgm:presLayoutVars>
          <dgm:chMax val="1"/>
          <dgm:chPref val="1"/>
        </dgm:presLayoutVars>
      </dgm:prSet>
      <dgm:spPr/>
    </dgm:pt>
    <dgm:pt modelId="{6AD26581-B1BE-4CCB-919E-3938AC48D12B}" type="pres">
      <dgm:prSet presAssocID="{C95E2C88-9889-4A77-A619-84FA48B46679}" presName="sibTrans" presStyleLbl="sibTrans2D1" presStyleIdx="0" presStyleCnt="0"/>
      <dgm:spPr/>
    </dgm:pt>
    <dgm:pt modelId="{8B530F67-A394-4219-9961-904AB0CDBA71}" type="pres">
      <dgm:prSet presAssocID="{017ED900-5297-41A3-BE55-B7F1C1011570}" presName="compNode" presStyleCnt="0"/>
      <dgm:spPr/>
    </dgm:pt>
    <dgm:pt modelId="{5765145F-D526-494D-9215-3DB211992A5A}" type="pres">
      <dgm:prSet presAssocID="{017ED900-5297-41A3-BE55-B7F1C1011570}" presName="iconBgRect" presStyleLbl="bgShp" presStyleIdx="3" presStyleCnt="5"/>
      <dgm:spPr/>
    </dgm:pt>
    <dgm:pt modelId="{4CCFD3E8-986A-4AA1-8C16-798BD205FBE6}" type="pres">
      <dgm:prSet presAssocID="{017ED900-5297-41A3-BE55-B7F1C10115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D59208-480C-4CA9-A013-3302C9FD726B}" type="pres">
      <dgm:prSet presAssocID="{017ED900-5297-41A3-BE55-B7F1C1011570}" presName="spaceRect" presStyleCnt="0"/>
      <dgm:spPr/>
    </dgm:pt>
    <dgm:pt modelId="{FE34D510-70BD-42A8-A648-4E72BDAC4B2D}" type="pres">
      <dgm:prSet presAssocID="{017ED900-5297-41A3-BE55-B7F1C1011570}" presName="textRect" presStyleLbl="revTx" presStyleIdx="3" presStyleCnt="5">
        <dgm:presLayoutVars>
          <dgm:chMax val="1"/>
          <dgm:chPref val="1"/>
        </dgm:presLayoutVars>
      </dgm:prSet>
      <dgm:spPr/>
    </dgm:pt>
    <dgm:pt modelId="{7734A0A7-5869-45B6-93CC-AEFDCDE1904B}" type="pres">
      <dgm:prSet presAssocID="{722D6423-87C5-435B-A9C9-8BD68E7FFFCF}" presName="sibTrans" presStyleLbl="sibTrans2D1" presStyleIdx="0" presStyleCnt="0"/>
      <dgm:spPr/>
    </dgm:pt>
    <dgm:pt modelId="{1ADB90C0-6478-435C-8D58-5C1D6D5EAD1A}" type="pres">
      <dgm:prSet presAssocID="{23E4B1D0-7743-42A3-965D-393C1D2A1BCB}" presName="compNode" presStyleCnt="0"/>
      <dgm:spPr/>
    </dgm:pt>
    <dgm:pt modelId="{4A94697C-D4BB-45E6-82A2-C08966F0A277}" type="pres">
      <dgm:prSet presAssocID="{23E4B1D0-7743-42A3-965D-393C1D2A1BCB}" presName="iconBgRect" presStyleLbl="bgShp" presStyleIdx="4" presStyleCnt="5"/>
      <dgm:spPr/>
    </dgm:pt>
    <dgm:pt modelId="{FB23E6FB-42DD-46E0-A356-AF03BB6CAEA8}" type="pres">
      <dgm:prSet presAssocID="{23E4B1D0-7743-42A3-965D-393C1D2A1BC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63B704-F56F-4B49-8CBD-7512D38B04DA}" type="pres">
      <dgm:prSet presAssocID="{23E4B1D0-7743-42A3-965D-393C1D2A1BCB}" presName="spaceRect" presStyleCnt="0"/>
      <dgm:spPr/>
    </dgm:pt>
    <dgm:pt modelId="{4F605828-15F7-4A66-91B8-E53E84F18FCA}" type="pres">
      <dgm:prSet presAssocID="{23E4B1D0-7743-42A3-965D-393C1D2A1BC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E1E280C-BBF6-41A8-9F11-6AA3BF7DEC79}" srcId="{D22D3E50-87B6-4DC3-A827-D4D7B3DFE0A4}" destId="{BEA951AC-FC3E-4BB4-B82F-EBD00A374582}" srcOrd="2" destOrd="0" parTransId="{F3C2ADF4-CE36-46B2-976C-4386D2706ECD}" sibTransId="{C95E2C88-9889-4A77-A619-84FA48B46679}"/>
    <dgm:cxn modelId="{DFA9B813-E766-4591-A276-E59A5E8DE6E7}" srcId="{D22D3E50-87B6-4DC3-A827-D4D7B3DFE0A4}" destId="{C2CA6A7A-7EC2-4D58-B436-8462F8A2C1DD}" srcOrd="0" destOrd="0" parTransId="{3EDAB6E0-4675-419C-B307-F6F3DF8ACE42}" sibTransId="{0A5F673A-EC8E-49C5-BB0C-78B2483A6CE7}"/>
    <dgm:cxn modelId="{6634D329-0CF8-4D42-8E8F-E329384FB7A1}" type="presOf" srcId="{9A99A586-46F9-4444-B6DB-91FCA5B57F38}" destId="{20D4930B-7B7C-4DC4-A661-9E9FD4AE3735}" srcOrd="0" destOrd="0" presId="urn:microsoft.com/office/officeart/2018/2/layout/IconCircleList"/>
    <dgm:cxn modelId="{BBE9192D-CF7B-4B89-B203-6E6D50262327}" type="presOf" srcId="{23E4B1D0-7743-42A3-965D-393C1D2A1BCB}" destId="{4F605828-15F7-4A66-91B8-E53E84F18FCA}" srcOrd="0" destOrd="0" presId="urn:microsoft.com/office/officeart/2018/2/layout/IconCircleList"/>
    <dgm:cxn modelId="{9538315E-7975-4C5E-9EA1-81D7D866E732}" srcId="{D22D3E50-87B6-4DC3-A827-D4D7B3DFE0A4}" destId="{017ED900-5297-41A3-BE55-B7F1C1011570}" srcOrd="3" destOrd="0" parTransId="{FE9E4467-C20D-44B2-A562-624668357AC3}" sibTransId="{722D6423-87C5-435B-A9C9-8BD68E7FFFCF}"/>
    <dgm:cxn modelId="{3CA2BB63-68F9-47DD-9E12-E7FBEE1B41F5}" type="presOf" srcId="{722D6423-87C5-435B-A9C9-8BD68E7FFFCF}" destId="{7734A0A7-5869-45B6-93CC-AEFDCDE1904B}" srcOrd="0" destOrd="0" presId="urn:microsoft.com/office/officeart/2018/2/layout/IconCircleList"/>
    <dgm:cxn modelId="{44482D67-70E7-403A-952D-01ABDDEE2590}" srcId="{D22D3E50-87B6-4DC3-A827-D4D7B3DFE0A4}" destId="{23E4B1D0-7743-42A3-965D-393C1D2A1BCB}" srcOrd="4" destOrd="0" parTransId="{8A859BA4-6652-4B4F-BD5D-640A6F3333A7}" sibTransId="{76792F48-D8CD-400C-AEAB-575DC002F9F0}"/>
    <dgm:cxn modelId="{96501B48-6A51-4EDA-8A0C-A5B141122460}" type="presOf" srcId="{017ED900-5297-41A3-BE55-B7F1C1011570}" destId="{FE34D510-70BD-42A8-A648-4E72BDAC4B2D}" srcOrd="0" destOrd="0" presId="urn:microsoft.com/office/officeart/2018/2/layout/IconCircleList"/>
    <dgm:cxn modelId="{655EAA6C-A9A0-4F37-AC70-B565D6FD1590}" srcId="{D22D3E50-87B6-4DC3-A827-D4D7B3DFE0A4}" destId="{F0806CBF-CA8E-4FB1-AB8A-3288A956F6EF}" srcOrd="1" destOrd="0" parTransId="{5D2234E7-B7B5-4C67-A1E7-743B52BEA8B3}" sibTransId="{9A99A586-46F9-4444-B6DB-91FCA5B57F38}"/>
    <dgm:cxn modelId="{70060B52-FADA-413E-A0A5-8B7130129274}" type="presOf" srcId="{D22D3E50-87B6-4DC3-A827-D4D7B3DFE0A4}" destId="{18FE1039-6D96-4FFF-9F50-1846C53DBD8C}" srcOrd="0" destOrd="0" presId="urn:microsoft.com/office/officeart/2018/2/layout/IconCircleList"/>
    <dgm:cxn modelId="{8D766AB2-6529-48F2-AC07-439097A19544}" type="presOf" srcId="{0A5F673A-EC8E-49C5-BB0C-78B2483A6CE7}" destId="{819F81DD-5FDD-4F92-893C-E32DDC6C7EA8}" srcOrd="0" destOrd="0" presId="urn:microsoft.com/office/officeart/2018/2/layout/IconCircleList"/>
    <dgm:cxn modelId="{33F7E4B3-595D-468C-8EBD-371FA10F7D6A}" type="presOf" srcId="{F0806CBF-CA8E-4FB1-AB8A-3288A956F6EF}" destId="{BA2A123D-826C-4406-BD73-9A3076E12FBB}" srcOrd="0" destOrd="0" presId="urn:microsoft.com/office/officeart/2018/2/layout/IconCircleList"/>
    <dgm:cxn modelId="{2BDD5DCB-AE22-4C4F-BC15-F539C2B8B160}" type="presOf" srcId="{C2CA6A7A-7EC2-4D58-B436-8462F8A2C1DD}" destId="{22547A39-384E-4947-B417-DB7EFDC0EAC1}" srcOrd="0" destOrd="0" presId="urn:microsoft.com/office/officeart/2018/2/layout/IconCircleList"/>
    <dgm:cxn modelId="{42FC35D6-714B-4F73-98F8-0A01AF70937C}" type="presOf" srcId="{C95E2C88-9889-4A77-A619-84FA48B46679}" destId="{6AD26581-B1BE-4CCB-919E-3938AC48D12B}" srcOrd="0" destOrd="0" presId="urn:microsoft.com/office/officeart/2018/2/layout/IconCircleList"/>
    <dgm:cxn modelId="{339B7BFC-5EE0-4039-8EF5-B3351B06A45F}" type="presOf" srcId="{BEA951AC-FC3E-4BB4-B82F-EBD00A374582}" destId="{CE255446-C3A7-4AF0-8529-D6915A5AA2D6}" srcOrd="0" destOrd="0" presId="urn:microsoft.com/office/officeart/2018/2/layout/IconCircleList"/>
    <dgm:cxn modelId="{2EA31CBC-DA59-45E6-B3BF-CA6D0EA91AF2}" type="presParOf" srcId="{18FE1039-6D96-4FFF-9F50-1846C53DBD8C}" destId="{14379D24-81A1-4879-A206-2E650A0C17C5}" srcOrd="0" destOrd="0" presId="urn:microsoft.com/office/officeart/2018/2/layout/IconCircleList"/>
    <dgm:cxn modelId="{E02F3CC4-6F7B-4AFF-93D5-AE0E3704F078}" type="presParOf" srcId="{14379D24-81A1-4879-A206-2E650A0C17C5}" destId="{AEFDA3AE-981A-4C75-898D-23E502B5F414}" srcOrd="0" destOrd="0" presId="urn:microsoft.com/office/officeart/2018/2/layout/IconCircleList"/>
    <dgm:cxn modelId="{32F83532-21FE-487C-8AA2-861247BD388B}" type="presParOf" srcId="{AEFDA3AE-981A-4C75-898D-23E502B5F414}" destId="{D0D00DD5-0D66-4A62-9985-9DBFE01BE42D}" srcOrd="0" destOrd="0" presId="urn:microsoft.com/office/officeart/2018/2/layout/IconCircleList"/>
    <dgm:cxn modelId="{586EB8DF-BA40-45A8-8E5D-5F44FAE69A28}" type="presParOf" srcId="{AEFDA3AE-981A-4C75-898D-23E502B5F414}" destId="{CBCE749A-0BBB-4A68-BB0B-267F188987AD}" srcOrd="1" destOrd="0" presId="urn:microsoft.com/office/officeart/2018/2/layout/IconCircleList"/>
    <dgm:cxn modelId="{6F598AE7-633B-4D87-9B8D-AF3810C8CBFA}" type="presParOf" srcId="{AEFDA3AE-981A-4C75-898D-23E502B5F414}" destId="{BD9DF422-7325-49EB-9135-05936DFA633E}" srcOrd="2" destOrd="0" presId="urn:microsoft.com/office/officeart/2018/2/layout/IconCircleList"/>
    <dgm:cxn modelId="{5E1ED369-0816-46F3-B4C9-AC6D3850D030}" type="presParOf" srcId="{AEFDA3AE-981A-4C75-898D-23E502B5F414}" destId="{22547A39-384E-4947-B417-DB7EFDC0EAC1}" srcOrd="3" destOrd="0" presId="urn:microsoft.com/office/officeart/2018/2/layout/IconCircleList"/>
    <dgm:cxn modelId="{DC8E42FD-73C9-4E03-93C1-49C3324C31D5}" type="presParOf" srcId="{14379D24-81A1-4879-A206-2E650A0C17C5}" destId="{819F81DD-5FDD-4F92-893C-E32DDC6C7EA8}" srcOrd="1" destOrd="0" presId="urn:microsoft.com/office/officeart/2018/2/layout/IconCircleList"/>
    <dgm:cxn modelId="{9D94F7D2-16DC-41A2-BFAF-61CA2568E54F}" type="presParOf" srcId="{14379D24-81A1-4879-A206-2E650A0C17C5}" destId="{9794383A-5A76-480C-A64D-0DD24FFE6D6B}" srcOrd="2" destOrd="0" presId="urn:microsoft.com/office/officeart/2018/2/layout/IconCircleList"/>
    <dgm:cxn modelId="{8A97F2D1-E3B6-4135-BEF7-7B288CBA8E54}" type="presParOf" srcId="{9794383A-5A76-480C-A64D-0DD24FFE6D6B}" destId="{4C899216-8875-4877-A302-7849E5DC5AA9}" srcOrd="0" destOrd="0" presId="urn:microsoft.com/office/officeart/2018/2/layout/IconCircleList"/>
    <dgm:cxn modelId="{021979D3-3D72-4FCB-99F7-3EB0D14FD137}" type="presParOf" srcId="{9794383A-5A76-480C-A64D-0DD24FFE6D6B}" destId="{7B95D385-FEA6-4220-A15E-2F93AA4BB0BC}" srcOrd="1" destOrd="0" presId="urn:microsoft.com/office/officeart/2018/2/layout/IconCircleList"/>
    <dgm:cxn modelId="{7E7E4CD6-8735-44CE-9AC8-4B60BCF1353A}" type="presParOf" srcId="{9794383A-5A76-480C-A64D-0DD24FFE6D6B}" destId="{4935EAFE-483F-4369-AA6B-1BAD22D77481}" srcOrd="2" destOrd="0" presId="urn:microsoft.com/office/officeart/2018/2/layout/IconCircleList"/>
    <dgm:cxn modelId="{167FAC34-624E-414D-930A-A7EFC26E023C}" type="presParOf" srcId="{9794383A-5A76-480C-A64D-0DD24FFE6D6B}" destId="{BA2A123D-826C-4406-BD73-9A3076E12FBB}" srcOrd="3" destOrd="0" presId="urn:microsoft.com/office/officeart/2018/2/layout/IconCircleList"/>
    <dgm:cxn modelId="{A61429FA-DD10-4A53-BEB8-D4E2715232B8}" type="presParOf" srcId="{14379D24-81A1-4879-A206-2E650A0C17C5}" destId="{20D4930B-7B7C-4DC4-A661-9E9FD4AE3735}" srcOrd="3" destOrd="0" presId="urn:microsoft.com/office/officeart/2018/2/layout/IconCircleList"/>
    <dgm:cxn modelId="{431C2A4E-6C64-4962-A6F6-1B0685A14CCE}" type="presParOf" srcId="{14379D24-81A1-4879-A206-2E650A0C17C5}" destId="{97CF1FC2-3D92-4790-AE9B-C19B8C8244A2}" srcOrd="4" destOrd="0" presId="urn:microsoft.com/office/officeart/2018/2/layout/IconCircleList"/>
    <dgm:cxn modelId="{A995BC73-EEC7-4B11-92C0-9EEAA6115C81}" type="presParOf" srcId="{97CF1FC2-3D92-4790-AE9B-C19B8C8244A2}" destId="{DBD95E55-1206-4CC7-898F-4DE312E54AF4}" srcOrd="0" destOrd="0" presId="urn:microsoft.com/office/officeart/2018/2/layout/IconCircleList"/>
    <dgm:cxn modelId="{425C47A7-E9F5-4975-88CF-49BAC55CE2AE}" type="presParOf" srcId="{97CF1FC2-3D92-4790-AE9B-C19B8C8244A2}" destId="{8EF1A232-701F-44E3-87BF-0C56439757C3}" srcOrd="1" destOrd="0" presId="urn:microsoft.com/office/officeart/2018/2/layout/IconCircleList"/>
    <dgm:cxn modelId="{1418A626-2E66-432C-A3EE-1869936EAFA3}" type="presParOf" srcId="{97CF1FC2-3D92-4790-AE9B-C19B8C8244A2}" destId="{38F304EA-4A9C-4105-B2DC-D33F7FA45CA2}" srcOrd="2" destOrd="0" presId="urn:microsoft.com/office/officeart/2018/2/layout/IconCircleList"/>
    <dgm:cxn modelId="{048EBEC6-76F4-4217-90A5-7D173EA51FE4}" type="presParOf" srcId="{97CF1FC2-3D92-4790-AE9B-C19B8C8244A2}" destId="{CE255446-C3A7-4AF0-8529-D6915A5AA2D6}" srcOrd="3" destOrd="0" presId="urn:microsoft.com/office/officeart/2018/2/layout/IconCircleList"/>
    <dgm:cxn modelId="{6DD39F56-2BDA-47F9-8C5E-42822E0EA43C}" type="presParOf" srcId="{14379D24-81A1-4879-A206-2E650A0C17C5}" destId="{6AD26581-B1BE-4CCB-919E-3938AC48D12B}" srcOrd="5" destOrd="0" presId="urn:microsoft.com/office/officeart/2018/2/layout/IconCircleList"/>
    <dgm:cxn modelId="{4F598B48-D23C-48AD-AAD5-5D806584B50D}" type="presParOf" srcId="{14379D24-81A1-4879-A206-2E650A0C17C5}" destId="{8B530F67-A394-4219-9961-904AB0CDBA71}" srcOrd="6" destOrd="0" presId="urn:microsoft.com/office/officeart/2018/2/layout/IconCircleList"/>
    <dgm:cxn modelId="{40160D9E-EE33-40C1-81B0-F91646BE4693}" type="presParOf" srcId="{8B530F67-A394-4219-9961-904AB0CDBA71}" destId="{5765145F-D526-494D-9215-3DB211992A5A}" srcOrd="0" destOrd="0" presId="urn:microsoft.com/office/officeart/2018/2/layout/IconCircleList"/>
    <dgm:cxn modelId="{90441826-FF1A-4219-BCC7-7AD184782F95}" type="presParOf" srcId="{8B530F67-A394-4219-9961-904AB0CDBA71}" destId="{4CCFD3E8-986A-4AA1-8C16-798BD205FBE6}" srcOrd="1" destOrd="0" presId="urn:microsoft.com/office/officeart/2018/2/layout/IconCircleList"/>
    <dgm:cxn modelId="{73028F77-B942-4C9A-9690-05C61C2F8AF9}" type="presParOf" srcId="{8B530F67-A394-4219-9961-904AB0CDBA71}" destId="{3AD59208-480C-4CA9-A013-3302C9FD726B}" srcOrd="2" destOrd="0" presId="urn:microsoft.com/office/officeart/2018/2/layout/IconCircleList"/>
    <dgm:cxn modelId="{2BAF0056-ECB4-4BEB-9786-DD5BFE124751}" type="presParOf" srcId="{8B530F67-A394-4219-9961-904AB0CDBA71}" destId="{FE34D510-70BD-42A8-A648-4E72BDAC4B2D}" srcOrd="3" destOrd="0" presId="urn:microsoft.com/office/officeart/2018/2/layout/IconCircleList"/>
    <dgm:cxn modelId="{F1F052B6-AF02-4BB3-9BB4-006C3E468921}" type="presParOf" srcId="{14379D24-81A1-4879-A206-2E650A0C17C5}" destId="{7734A0A7-5869-45B6-93CC-AEFDCDE1904B}" srcOrd="7" destOrd="0" presId="urn:microsoft.com/office/officeart/2018/2/layout/IconCircleList"/>
    <dgm:cxn modelId="{0925CAFF-B42B-4E5F-920D-A3851EDCAFE4}" type="presParOf" srcId="{14379D24-81A1-4879-A206-2E650A0C17C5}" destId="{1ADB90C0-6478-435C-8D58-5C1D6D5EAD1A}" srcOrd="8" destOrd="0" presId="urn:microsoft.com/office/officeart/2018/2/layout/IconCircleList"/>
    <dgm:cxn modelId="{5D5A3D4E-D23B-401C-B761-1EF9517AF7DC}" type="presParOf" srcId="{1ADB90C0-6478-435C-8D58-5C1D6D5EAD1A}" destId="{4A94697C-D4BB-45E6-82A2-C08966F0A277}" srcOrd="0" destOrd="0" presId="urn:microsoft.com/office/officeart/2018/2/layout/IconCircleList"/>
    <dgm:cxn modelId="{484FA3C4-DCF0-491D-90E9-33EA5B7072D9}" type="presParOf" srcId="{1ADB90C0-6478-435C-8D58-5C1D6D5EAD1A}" destId="{FB23E6FB-42DD-46E0-A356-AF03BB6CAEA8}" srcOrd="1" destOrd="0" presId="urn:microsoft.com/office/officeart/2018/2/layout/IconCircleList"/>
    <dgm:cxn modelId="{04B02F4C-32C5-4418-A4D9-74F5EB9092EB}" type="presParOf" srcId="{1ADB90C0-6478-435C-8D58-5C1D6D5EAD1A}" destId="{9A63B704-F56F-4B49-8CBD-7512D38B04DA}" srcOrd="2" destOrd="0" presId="urn:microsoft.com/office/officeart/2018/2/layout/IconCircleList"/>
    <dgm:cxn modelId="{B8F2210D-B60B-4250-9A2C-527518D1897A}" type="presParOf" srcId="{1ADB90C0-6478-435C-8D58-5C1D6D5EAD1A}" destId="{4F605828-15F7-4A66-91B8-E53E84F18FC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5FF4CC-940B-4E64-BEF3-E519E478C7A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B30F961-A660-41A3-9794-3DD020A5D66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Purpose:</a:t>
          </a:r>
          <a:endParaRPr lang="en-US"/>
        </a:p>
      </dgm:t>
    </dgm:pt>
    <dgm:pt modelId="{9DDEFDB5-2A19-4D4F-A5A1-91567A49A6B7}" type="parTrans" cxnId="{BD8B2256-CFA4-4FE2-8F1E-B8996BD454B2}">
      <dgm:prSet/>
      <dgm:spPr/>
      <dgm:t>
        <a:bodyPr/>
        <a:lstStyle/>
        <a:p>
          <a:endParaRPr lang="en-US"/>
        </a:p>
      </dgm:t>
    </dgm:pt>
    <dgm:pt modelId="{3839F3F2-DADA-4FCD-9312-5D0BC3142344}" type="sibTrans" cxnId="{BD8B2256-CFA4-4FE2-8F1E-B8996BD454B2}">
      <dgm:prSet/>
      <dgm:spPr/>
      <dgm:t>
        <a:bodyPr/>
        <a:lstStyle/>
        <a:p>
          <a:endParaRPr lang="en-US"/>
        </a:p>
      </dgm:t>
    </dgm:pt>
    <dgm:pt modelId="{977E8ED0-111B-4BAD-94E4-37A102D8BB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Generates ready-to-use Python pandas code for Excel data</a:t>
          </a:r>
        </a:p>
      </dgm:t>
    </dgm:pt>
    <dgm:pt modelId="{FA5B09EA-2EEF-4F2F-8246-969D81EE76D9}" type="parTrans" cxnId="{41636979-40C6-4F58-B160-0B55BD58AC75}">
      <dgm:prSet/>
      <dgm:spPr/>
      <dgm:t>
        <a:bodyPr/>
        <a:lstStyle/>
        <a:p>
          <a:endParaRPr lang="en-US"/>
        </a:p>
      </dgm:t>
    </dgm:pt>
    <dgm:pt modelId="{4492CB9B-BE33-439E-BE76-7A67200AB767}" type="sibTrans" cxnId="{41636979-40C6-4F58-B160-0B55BD58AC75}">
      <dgm:prSet/>
      <dgm:spPr/>
      <dgm:t>
        <a:bodyPr/>
        <a:lstStyle/>
        <a:p>
          <a:endParaRPr lang="en-US"/>
        </a:p>
      </dgm:t>
    </dgm:pt>
    <dgm:pt modelId="{BA7C9065-95EA-4C46-8126-86FEF99703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Creates code compatible with Excel's built-in Python functionality</a:t>
          </a:r>
        </a:p>
      </dgm:t>
    </dgm:pt>
    <dgm:pt modelId="{AD76C963-0B6A-4369-A98C-43B2DC3B9D95}" type="parTrans" cxnId="{C7BED60C-3608-4BCF-890D-9E738BE341DB}">
      <dgm:prSet/>
      <dgm:spPr/>
      <dgm:t>
        <a:bodyPr/>
        <a:lstStyle/>
        <a:p>
          <a:endParaRPr lang="en-US"/>
        </a:p>
      </dgm:t>
    </dgm:pt>
    <dgm:pt modelId="{72BBD707-A955-461C-AE5D-AF59339F2425}" type="sibTrans" cxnId="{C7BED60C-3608-4BCF-890D-9E738BE341DB}">
      <dgm:prSet/>
      <dgm:spPr/>
      <dgm:t>
        <a:bodyPr/>
        <a:lstStyle/>
        <a:p>
          <a:endParaRPr lang="en-US"/>
        </a:p>
      </dgm:t>
    </dgm:pt>
    <dgm:pt modelId="{D84D1ED5-0D37-4680-BAB1-F3C95B008A1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Transforms data analysis requests into working code</a:t>
          </a:r>
        </a:p>
      </dgm:t>
    </dgm:pt>
    <dgm:pt modelId="{BAC09A6C-68BC-4874-B7B5-4D6F10322DCA}" type="parTrans" cxnId="{F1101D83-0B69-498B-82A2-F6A2E2AB4789}">
      <dgm:prSet/>
      <dgm:spPr/>
      <dgm:t>
        <a:bodyPr/>
        <a:lstStyle/>
        <a:p>
          <a:endParaRPr lang="en-US"/>
        </a:p>
      </dgm:t>
    </dgm:pt>
    <dgm:pt modelId="{4498F40A-A47B-40C8-9AEA-FFB22879A6CB}" type="sibTrans" cxnId="{F1101D83-0B69-498B-82A2-F6A2E2AB4789}">
      <dgm:prSet/>
      <dgm:spPr/>
      <dgm:t>
        <a:bodyPr/>
        <a:lstStyle/>
        <a:p>
          <a:endParaRPr lang="en-US"/>
        </a:p>
      </dgm:t>
    </dgm:pt>
    <dgm:pt modelId="{BD74C54E-9E07-48F5-B003-B357F517EB58}" type="pres">
      <dgm:prSet presAssocID="{565FF4CC-940B-4E64-BEF3-E519E478C7AB}" presName="root" presStyleCnt="0">
        <dgm:presLayoutVars>
          <dgm:dir/>
          <dgm:resizeHandles val="exact"/>
        </dgm:presLayoutVars>
      </dgm:prSet>
      <dgm:spPr/>
    </dgm:pt>
    <dgm:pt modelId="{A838B2B9-04C6-4CDC-818F-B69163925E4E}" type="pres">
      <dgm:prSet presAssocID="{1B30F961-A660-41A3-9794-3DD020A5D665}" presName="compNode" presStyleCnt="0"/>
      <dgm:spPr/>
    </dgm:pt>
    <dgm:pt modelId="{7BBD497B-2D4B-41E0-BE4D-67E2583B62BE}" type="pres">
      <dgm:prSet presAssocID="{1B30F961-A660-41A3-9794-3DD020A5D66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A7082A3-760A-4396-87DC-BE25F0129B2E}" type="pres">
      <dgm:prSet presAssocID="{1B30F961-A660-41A3-9794-3DD020A5D6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8973FAF-2D4D-4701-B9AB-A27BF45ABF01}" type="pres">
      <dgm:prSet presAssocID="{1B30F961-A660-41A3-9794-3DD020A5D665}" presName="spaceRect" presStyleCnt="0"/>
      <dgm:spPr/>
    </dgm:pt>
    <dgm:pt modelId="{E0C4120F-ABAD-47D7-9C3A-E5F510282F61}" type="pres">
      <dgm:prSet presAssocID="{1B30F961-A660-41A3-9794-3DD020A5D665}" presName="textRect" presStyleLbl="revTx" presStyleIdx="0" presStyleCnt="4">
        <dgm:presLayoutVars>
          <dgm:chMax val="1"/>
          <dgm:chPref val="1"/>
        </dgm:presLayoutVars>
      </dgm:prSet>
      <dgm:spPr/>
    </dgm:pt>
    <dgm:pt modelId="{1F042190-3AFC-40AA-9C76-EB524C3BAA52}" type="pres">
      <dgm:prSet presAssocID="{3839F3F2-DADA-4FCD-9312-5D0BC3142344}" presName="sibTrans" presStyleCnt="0"/>
      <dgm:spPr/>
    </dgm:pt>
    <dgm:pt modelId="{22ABB75A-2209-40D3-8499-8F87173C8373}" type="pres">
      <dgm:prSet presAssocID="{977E8ED0-111B-4BAD-94E4-37A102D8BBC2}" presName="compNode" presStyleCnt="0"/>
      <dgm:spPr/>
    </dgm:pt>
    <dgm:pt modelId="{EC6CC56C-AF48-41F0-9038-4E37D5B74550}" type="pres">
      <dgm:prSet presAssocID="{977E8ED0-111B-4BAD-94E4-37A102D8BBC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8853579-A52A-48D3-92D1-8B7235DF6D5C}" type="pres">
      <dgm:prSet presAssocID="{977E8ED0-111B-4BAD-94E4-37A102D8BB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ED62BFAE-9E9C-4AC6-B8E5-1C3EF56C74A7}" type="pres">
      <dgm:prSet presAssocID="{977E8ED0-111B-4BAD-94E4-37A102D8BBC2}" presName="spaceRect" presStyleCnt="0"/>
      <dgm:spPr/>
    </dgm:pt>
    <dgm:pt modelId="{315BDAD3-E191-4A90-AB5F-9D2DB5825168}" type="pres">
      <dgm:prSet presAssocID="{977E8ED0-111B-4BAD-94E4-37A102D8BBC2}" presName="textRect" presStyleLbl="revTx" presStyleIdx="1" presStyleCnt="4">
        <dgm:presLayoutVars>
          <dgm:chMax val="1"/>
          <dgm:chPref val="1"/>
        </dgm:presLayoutVars>
      </dgm:prSet>
      <dgm:spPr/>
    </dgm:pt>
    <dgm:pt modelId="{3CA736F3-96DF-4AF1-A348-C79B30064D69}" type="pres">
      <dgm:prSet presAssocID="{4492CB9B-BE33-439E-BE76-7A67200AB767}" presName="sibTrans" presStyleCnt="0"/>
      <dgm:spPr/>
    </dgm:pt>
    <dgm:pt modelId="{3ECFBA2B-1084-440A-AECF-9B29E2DDDB60}" type="pres">
      <dgm:prSet presAssocID="{BA7C9065-95EA-4C46-8126-86FEF9970303}" presName="compNode" presStyleCnt="0"/>
      <dgm:spPr/>
    </dgm:pt>
    <dgm:pt modelId="{D8E130C4-97A4-459F-A5F1-FF0E4CB9B12E}" type="pres">
      <dgm:prSet presAssocID="{BA7C9065-95EA-4C46-8126-86FEF997030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56F5EE9-6617-4A00-A57E-74E1CFDCF200}" type="pres">
      <dgm:prSet presAssocID="{BA7C9065-95EA-4C46-8126-86FEF997030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D5DBB17-AA67-4DED-B6EC-F4A92D978DE7}" type="pres">
      <dgm:prSet presAssocID="{BA7C9065-95EA-4C46-8126-86FEF9970303}" presName="spaceRect" presStyleCnt="0"/>
      <dgm:spPr/>
    </dgm:pt>
    <dgm:pt modelId="{47C48B7A-A6E8-46D1-8884-51476940D532}" type="pres">
      <dgm:prSet presAssocID="{BA7C9065-95EA-4C46-8126-86FEF9970303}" presName="textRect" presStyleLbl="revTx" presStyleIdx="2" presStyleCnt="4">
        <dgm:presLayoutVars>
          <dgm:chMax val="1"/>
          <dgm:chPref val="1"/>
        </dgm:presLayoutVars>
      </dgm:prSet>
      <dgm:spPr/>
    </dgm:pt>
    <dgm:pt modelId="{89FCB8D0-E053-4054-9A95-BD238748DF70}" type="pres">
      <dgm:prSet presAssocID="{72BBD707-A955-461C-AE5D-AF59339F2425}" presName="sibTrans" presStyleCnt="0"/>
      <dgm:spPr/>
    </dgm:pt>
    <dgm:pt modelId="{19A0FCF5-CDFF-467F-84D2-E5394ABFF9C0}" type="pres">
      <dgm:prSet presAssocID="{D84D1ED5-0D37-4680-BAB1-F3C95B008A15}" presName="compNode" presStyleCnt="0"/>
      <dgm:spPr/>
    </dgm:pt>
    <dgm:pt modelId="{9AD9DD02-593C-4247-BCEA-799F48B12755}" type="pres">
      <dgm:prSet presAssocID="{D84D1ED5-0D37-4680-BAB1-F3C95B008A1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74F3D57-AD47-43D8-B363-A932D2330859}" type="pres">
      <dgm:prSet presAssocID="{D84D1ED5-0D37-4680-BAB1-F3C95B008A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033D22-A507-4764-931F-80B2E91A4279}" type="pres">
      <dgm:prSet presAssocID="{D84D1ED5-0D37-4680-BAB1-F3C95B008A15}" presName="spaceRect" presStyleCnt="0"/>
      <dgm:spPr/>
    </dgm:pt>
    <dgm:pt modelId="{80F18466-CBE6-4798-B390-8E4831A2590F}" type="pres">
      <dgm:prSet presAssocID="{D84D1ED5-0D37-4680-BAB1-F3C95B008A1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7BED60C-3608-4BCF-890D-9E738BE341DB}" srcId="{565FF4CC-940B-4E64-BEF3-E519E478C7AB}" destId="{BA7C9065-95EA-4C46-8126-86FEF9970303}" srcOrd="2" destOrd="0" parTransId="{AD76C963-0B6A-4369-A98C-43B2DC3B9D95}" sibTransId="{72BBD707-A955-461C-AE5D-AF59339F2425}"/>
    <dgm:cxn modelId="{C715350E-8099-4C58-A61C-DEE92EE27E39}" type="presOf" srcId="{D84D1ED5-0D37-4680-BAB1-F3C95B008A15}" destId="{80F18466-CBE6-4798-B390-8E4831A2590F}" srcOrd="0" destOrd="0" presId="urn:microsoft.com/office/officeart/2018/5/layout/IconLeafLabelList"/>
    <dgm:cxn modelId="{2CFA651A-2DA8-4B94-9C59-42395D831D3B}" type="presOf" srcId="{BA7C9065-95EA-4C46-8126-86FEF9970303}" destId="{47C48B7A-A6E8-46D1-8884-51476940D532}" srcOrd="0" destOrd="0" presId="urn:microsoft.com/office/officeart/2018/5/layout/IconLeafLabelList"/>
    <dgm:cxn modelId="{2ABEE470-D780-41ED-AC22-AB6C6A61B058}" type="presOf" srcId="{977E8ED0-111B-4BAD-94E4-37A102D8BBC2}" destId="{315BDAD3-E191-4A90-AB5F-9D2DB5825168}" srcOrd="0" destOrd="0" presId="urn:microsoft.com/office/officeart/2018/5/layout/IconLeafLabelList"/>
    <dgm:cxn modelId="{9BAC1F72-5D83-41C6-88E4-859A05F058E2}" type="presOf" srcId="{1B30F961-A660-41A3-9794-3DD020A5D665}" destId="{E0C4120F-ABAD-47D7-9C3A-E5F510282F61}" srcOrd="0" destOrd="0" presId="urn:microsoft.com/office/officeart/2018/5/layout/IconLeafLabelList"/>
    <dgm:cxn modelId="{BD8B2256-CFA4-4FE2-8F1E-B8996BD454B2}" srcId="{565FF4CC-940B-4E64-BEF3-E519E478C7AB}" destId="{1B30F961-A660-41A3-9794-3DD020A5D665}" srcOrd="0" destOrd="0" parTransId="{9DDEFDB5-2A19-4D4F-A5A1-91567A49A6B7}" sibTransId="{3839F3F2-DADA-4FCD-9312-5D0BC3142344}"/>
    <dgm:cxn modelId="{41636979-40C6-4F58-B160-0B55BD58AC75}" srcId="{565FF4CC-940B-4E64-BEF3-E519E478C7AB}" destId="{977E8ED0-111B-4BAD-94E4-37A102D8BBC2}" srcOrd="1" destOrd="0" parTransId="{FA5B09EA-2EEF-4F2F-8246-969D81EE76D9}" sibTransId="{4492CB9B-BE33-439E-BE76-7A67200AB767}"/>
    <dgm:cxn modelId="{F1101D83-0B69-498B-82A2-F6A2E2AB4789}" srcId="{565FF4CC-940B-4E64-BEF3-E519E478C7AB}" destId="{D84D1ED5-0D37-4680-BAB1-F3C95B008A15}" srcOrd="3" destOrd="0" parTransId="{BAC09A6C-68BC-4874-B7B5-4D6F10322DCA}" sibTransId="{4498F40A-A47B-40C8-9AEA-FFB22879A6CB}"/>
    <dgm:cxn modelId="{3411CD94-31F1-4130-ABB8-DF9FAF86BA3B}" type="presOf" srcId="{565FF4CC-940B-4E64-BEF3-E519E478C7AB}" destId="{BD74C54E-9E07-48F5-B003-B357F517EB58}" srcOrd="0" destOrd="0" presId="urn:microsoft.com/office/officeart/2018/5/layout/IconLeafLabelList"/>
    <dgm:cxn modelId="{C1573671-0A0C-409C-931A-26A982E13334}" type="presParOf" srcId="{BD74C54E-9E07-48F5-B003-B357F517EB58}" destId="{A838B2B9-04C6-4CDC-818F-B69163925E4E}" srcOrd="0" destOrd="0" presId="urn:microsoft.com/office/officeart/2018/5/layout/IconLeafLabelList"/>
    <dgm:cxn modelId="{8A31C8C1-C1E6-483E-9772-40CB0FEA103F}" type="presParOf" srcId="{A838B2B9-04C6-4CDC-818F-B69163925E4E}" destId="{7BBD497B-2D4B-41E0-BE4D-67E2583B62BE}" srcOrd="0" destOrd="0" presId="urn:microsoft.com/office/officeart/2018/5/layout/IconLeafLabelList"/>
    <dgm:cxn modelId="{3611DD94-2C10-4E91-A05B-E59ED090C254}" type="presParOf" srcId="{A838B2B9-04C6-4CDC-818F-B69163925E4E}" destId="{BA7082A3-760A-4396-87DC-BE25F0129B2E}" srcOrd="1" destOrd="0" presId="urn:microsoft.com/office/officeart/2018/5/layout/IconLeafLabelList"/>
    <dgm:cxn modelId="{6E8A172C-47DB-44D2-80A6-CBC83E6008BF}" type="presParOf" srcId="{A838B2B9-04C6-4CDC-818F-B69163925E4E}" destId="{78973FAF-2D4D-4701-B9AB-A27BF45ABF01}" srcOrd="2" destOrd="0" presId="urn:microsoft.com/office/officeart/2018/5/layout/IconLeafLabelList"/>
    <dgm:cxn modelId="{8697B5F9-117E-442A-AAF5-1F03B28155AA}" type="presParOf" srcId="{A838B2B9-04C6-4CDC-818F-B69163925E4E}" destId="{E0C4120F-ABAD-47D7-9C3A-E5F510282F61}" srcOrd="3" destOrd="0" presId="urn:microsoft.com/office/officeart/2018/5/layout/IconLeafLabelList"/>
    <dgm:cxn modelId="{D8159643-C353-4F8C-AF2C-61BBEB7D51AD}" type="presParOf" srcId="{BD74C54E-9E07-48F5-B003-B357F517EB58}" destId="{1F042190-3AFC-40AA-9C76-EB524C3BAA52}" srcOrd="1" destOrd="0" presId="urn:microsoft.com/office/officeart/2018/5/layout/IconLeafLabelList"/>
    <dgm:cxn modelId="{94D9AFF3-94B2-43C7-A1FD-C4E009302653}" type="presParOf" srcId="{BD74C54E-9E07-48F5-B003-B357F517EB58}" destId="{22ABB75A-2209-40D3-8499-8F87173C8373}" srcOrd="2" destOrd="0" presId="urn:microsoft.com/office/officeart/2018/5/layout/IconLeafLabelList"/>
    <dgm:cxn modelId="{04132051-0F2F-4F71-9DB5-D11DC09B90E7}" type="presParOf" srcId="{22ABB75A-2209-40D3-8499-8F87173C8373}" destId="{EC6CC56C-AF48-41F0-9038-4E37D5B74550}" srcOrd="0" destOrd="0" presId="urn:microsoft.com/office/officeart/2018/5/layout/IconLeafLabelList"/>
    <dgm:cxn modelId="{A3A1B4E3-0C42-4C14-B741-E78E7BBB8485}" type="presParOf" srcId="{22ABB75A-2209-40D3-8499-8F87173C8373}" destId="{38853579-A52A-48D3-92D1-8B7235DF6D5C}" srcOrd="1" destOrd="0" presId="urn:microsoft.com/office/officeart/2018/5/layout/IconLeafLabelList"/>
    <dgm:cxn modelId="{8E880219-5D1D-4078-8BB1-ED236B67A40D}" type="presParOf" srcId="{22ABB75A-2209-40D3-8499-8F87173C8373}" destId="{ED62BFAE-9E9C-4AC6-B8E5-1C3EF56C74A7}" srcOrd="2" destOrd="0" presId="urn:microsoft.com/office/officeart/2018/5/layout/IconLeafLabelList"/>
    <dgm:cxn modelId="{E4790A9D-ABF1-4EA3-94A8-434E9A97994C}" type="presParOf" srcId="{22ABB75A-2209-40D3-8499-8F87173C8373}" destId="{315BDAD3-E191-4A90-AB5F-9D2DB5825168}" srcOrd="3" destOrd="0" presId="urn:microsoft.com/office/officeart/2018/5/layout/IconLeafLabelList"/>
    <dgm:cxn modelId="{CFD97683-88DB-4F9C-9D4B-502EE7CBEB12}" type="presParOf" srcId="{BD74C54E-9E07-48F5-B003-B357F517EB58}" destId="{3CA736F3-96DF-4AF1-A348-C79B30064D69}" srcOrd="3" destOrd="0" presId="urn:microsoft.com/office/officeart/2018/5/layout/IconLeafLabelList"/>
    <dgm:cxn modelId="{26E1E7FD-9761-4258-B5C8-D2AF74137DDE}" type="presParOf" srcId="{BD74C54E-9E07-48F5-B003-B357F517EB58}" destId="{3ECFBA2B-1084-440A-AECF-9B29E2DDDB60}" srcOrd="4" destOrd="0" presId="urn:microsoft.com/office/officeart/2018/5/layout/IconLeafLabelList"/>
    <dgm:cxn modelId="{6FF36C0B-A18F-4F74-83F7-8127C86FA8D1}" type="presParOf" srcId="{3ECFBA2B-1084-440A-AECF-9B29E2DDDB60}" destId="{D8E130C4-97A4-459F-A5F1-FF0E4CB9B12E}" srcOrd="0" destOrd="0" presId="urn:microsoft.com/office/officeart/2018/5/layout/IconLeafLabelList"/>
    <dgm:cxn modelId="{FB95D7DB-5C4C-42BB-AC5B-9B46BF5BAE28}" type="presParOf" srcId="{3ECFBA2B-1084-440A-AECF-9B29E2DDDB60}" destId="{756F5EE9-6617-4A00-A57E-74E1CFDCF200}" srcOrd="1" destOrd="0" presId="urn:microsoft.com/office/officeart/2018/5/layout/IconLeafLabelList"/>
    <dgm:cxn modelId="{4AC15E22-1739-459B-9968-3164BE494040}" type="presParOf" srcId="{3ECFBA2B-1084-440A-AECF-9B29E2DDDB60}" destId="{4D5DBB17-AA67-4DED-B6EC-F4A92D978DE7}" srcOrd="2" destOrd="0" presId="urn:microsoft.com/office/officeart/2018/5/layout/IconLeafLabelList"/>
    <dgm:cxn modelId="{E68C8914-723D-4694-9012-A1DFB986859C}" type="presParOf" srcId="{3ECFBA2B-1084-440A-AECF-9B29E2DDDB60}" destId="{47C48B7A-A6E8-46D1-8884-51476940D532}" srcOrd="3" destOrd="0" presId="urn:microsoft.com/office/officeart/2018/5/layout/IconLeafLabelList"/>
    <dgm:cxn modelId="{4DE1B1F8-58BE-4F50-AB3E-9B48AD859278}" type="presParOf" srcId="{BD74C54E-9E07-48F5-B003-B357F517EB58}" destId="{89FCB8D0-E053-4054-9A95-BD238748DF70}" srcOrd="5" destOrd="0" presId="urn:microsoft.com/office/officeart/2018/5/layout/IconLeafLabelList"/>
    <dgm:cxn modelId="{A1816363-3AE1-44EC-B3B7-86E1DB4E108C}" type="presParOf" srcId="{BD74C54E-9E07-48F5-B003-B357F517EB58}" destId="{19A0FCF5-CDFF-467F-84D2-E5394ABFF9C0}" srcOrd="6" destOrd="0" presId="urn:microsoft.com/office/officeart/2018/5/layout/IconLeafLabelList"/>
    <dgm:cxn modelId="{E87E779F-5C28-4821-88D3-1FFFC271A13B}" type="presParOf" srcId="{19A0FCF5-CDFF-467F-84D2-E5394ABFF9C0}" destId="{9AD9DD02-593C-4247-BCEA-799F48B12755}" srcOrd="0" destOrd="0" presId="urn:microsoft.com/office/officeart/2018/5/layout/IconLeafLabelList"/>
    <dgm:cxn modelId="{5ADB9C75-B8B1-4F11-88DF-D01109FF27E2}" type="presParOf" srcId="{19A0FCF5-CDFF-467F-84D2-E5394ABFF9C0}" destId="{174F3D57-AD47-43D8-B363-A932D2330859}" srcOrd="1" destOrd="0" presId="urn:microsoft.com/office/officeart/2018/5/layout/IconLeafLabelList"/>
    <dgm:cxn modelId="{EF5245A1-8D7D-4780-984A-4D4E8EE2FFC9}" type="presParOf" srcId="{19A0FCF5-CDFF-467F-84D2-E5394ABFF9C0}" destId="{1F033D22-A507-4764-931F-80B2E91A4279}" srcOrd="2" destOrd="0" presId="urn:microsoft.com/office/officeart/2018/5/layout/IconLeafLabelList"/>
    <dgm:cxn modelId="{01B8630C-BE29-4FC6-8938-A1C7E3238ACA}" type="presParOf" srcId="{19A0FCF5-CDFF-467F-84D2-E5394ABFF9C0}" destId="{80F18466-CBE6-4798-B390-8E4831A2590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30F4DD-CB3C-43F3-9525-222BB76763E4}" type="doc">
      <dgm:prSet loTypeId="urn:microsoft.com/office/officeart/2018/2/layout/IconCircleList" loCatId="icon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1D80B7-841E-48A2-B30C-4E22D9AF46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your data range (include headers)</a:t>
          </a:r>
        </a:p>
      </dgm:t>
    </dgm:pt>
    <dgm:pt modelId="{CFA2BC8C-7B44-4F9C-8306-B415F5687850}" type="parTrans" cxnId="{E92B2DE9-101D-4656-BA2A-D70AC549E007}">
      <dgm:prSet/>
      <dgm:spPr/>
      <dgm:t>
        <a:bodyPr/>
        <a:lstStyle/>
        <a:p>
          <a:endParaRPr lang="en-US"/>
        </a:p>
      </dgm:t>
    </dgm:pt>
    <dgm:pt modelId="{74CAC897-DA3A-45BE-BFE2-1549ABD23A9A}" type="sibTrans" cxnId="{E92B2DE9-101D-4656-BA2A-D70AC549E0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B1E3E6-466C-4129-B35A-612BB0E087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Describe what analysis you need (e.g., "group sales by region")</a:t>
          </a:r>
        </a:p>
      </dgm:t>
    </dgm:pt>
    <dgm:pt modelId="{AE3688EE-7544-4E21-BADD-7881FB7540A1}" type="parTrans" cxnId="{23D1502B-B99C-4A9C-ACCB-257ADFA54BF7}">
      <dgm:prSet/>
      <dgm:spPr/>
      <dgm:t>
        <a:bodyPr/>
        <a:lstStyle/>
        <a:p>
          <a:endParaRPr lang="en-US"/>
        </a:p>
      </dgm:t>
    </dgm:pt>
    <dgm:pt modelId="{2B8BE068-9524-453C-B91A-59903C6D8AC0}" type="sibTrans" cxnId="{23D1502B-B99C-4A9C-ACCB-257ADFA54B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27C43C-8FD3-431F-B734-9B6719B366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generates clean, commented Python pandas code</a:t>
          </a:r>
        </a:p>
      </dgm:t>
    </dgm:pt>
    <dgm:pt modelId="{41AB1EBF-9C38-4C20-BC5B-EC3D2DB22185}" type="parTrans" cxnId="{85192C8E-6069-4513-9CE0-312DD4F5409F}">
      <dgm:prSet/>
      <dgm:spPr/>
      <dgm:t>
        <a:bodyPr/>
        <a:lstStyle/>
        <a:p>
          <a:endParaRPr lang="en-US"/>
        </a:p>
      </dgm:t>
    </dgm:pt>
    <dgm:pt modelId="{4CC8F9F1-9CA8-409C-AF37-F3E72B9FFC71}" type="sibTrans" cxnId="{85192C8E-6069-4513-9CE0-312DD4F540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58EE79A-C3AD-46B4-BE0F-71E41D6B6C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Copy code to clipboard or insert into Excel cell</a:t>
          </a:r>
        </a:p>
      </dgm:t>
    </dgm:pt>
    <dgm:pt modelId="{8E6035FF-D836-4C5B-BEA9-9B53625FBB12}" type="parTrans" cxnId="{A83639FF-0A59-4EEF-A4DF-3F7CC2C6EB88}">
      <dgm:prSet/>
      <dgm:spPr/>
      <dgm:t>
        <a:bodyPr/>
        <a:lstStyle/>
        <a:p>
          <a:endParaRPr lang="en-US"/>
        </a:p>
      </dgm:t>
    </dgm:pt>
    <dgm:pt modelId="{11F67C11-4AA8-4E76-9C04-A8AD6536836F}" type="sibTrans" cxnId="{A83639FF-0A59-4EEF-A4DF-3F7CC2C6EB88}">
      <dgm:prSet/>
      <dgm:spPr/>
      <dgm:t>
        <a:bodyPr/>
        <a:lstStyle/>
        <a:p>
          <a:endParaRPr lang="en-US"/>
        </a:p>
      </dgm:t>
    </dgm:pt>
    <dgm:pt modelId="{39DEFBC0-6C67-4D32-A039-0401F1E122AB}" type="pres">
      <dgm:prSet presAssocID="{1030F4DD-CB3C-43F3-9525-222BB76763E4}" presName="root" presStyleCnt="0">
        <dgm:presLayoutVars>
          <dgm:dir/>
          <dgm:resizeHandles val="exact"/>
        </dgm:presLayoutVars>
      </dgm:prSet>
      <dgm:spPr/>
    </dgm:pt>
    <dgm:pt modelId="{EC73B627-ED65-406E-BBBE-A99C2196A249}" type="pres">
      <dgm:prSet presAssocID="{1030F4DD-CB3C-43F3-9525-222BB76763E4}" presName="container" presStyleCnt="0">
        <dgm:presLayoutVars>
          <dgm:dir/>
          <dgm:resizeHandles val="exact"/>
        </dgm:presLayoutVars>
      </dgm:prSet>
      <dgm:spPr/>
    </dgm:pt>
    <dgm:pt modelId="{B3891F1F-5459-43E4-902B-E2EEA5A4ED30}" type="pres">
      <dgm:prSet presAssocID="{981D80B7-841E-48A2-B30C-4E22D9AF46E5}" presName="compNode" presStyleCnt="0"/>
      <dgm:spPr/>
    </dgm:pt>
    <dgm:pt modelId="{E0BF588B-C791-45D1-B54C-EAC24E5713F5}" type="pres">
      <dgm:prSet presAssocID="{981D80B7-841E-48A2-B30C-4E22D9AF46E5}" presName="iconBgRect" presStyleLbl="bgShp" presStyleIdx="0" presStyleCnt="4"/>
      <dgm:spPr/>
    </dgm:pt>
    <dgm:pt modelId="{42648FE5-B6B0-4834-93BB-A8E6BA77AAE0}" type="pres">
      <dgm:prSet presAssocID="{981D80B7-841E-48A2-B30C-4E22D9AF46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DABAB80-95F8-49C7-9437-E677A40F6ECB}" type="pres">
      <dgm:prSet presAssocID="{981D80B7-841E-48A2-B30C-4E22D9AF46E5}" presName="spaceRect" presStyleCnt="0"/>
      <dgm:spPr/>
    </dgm:pt>
    <dgm:pt modelId="{93D9C754-2F69-45D6-94F4-C247EF57ABFD}" type="pres">
      <dgm:prSet presAssocID="{981D80B7-841E-48A2-B30C-4E22D9AF46E5}" presName="textRect" presStyleLbl="revTx" presStyleIdx="0" presStyleCnt="4">
        <dgm:presLayoutVars>
          <dgm:chMax val="1"/>
          <dgm:chPref val="1"/>
        </dgm:presLayoutVars>
      </dgm:prSet>
      <dgm:spPr/>
    </dgm:pt>
    <dgm:pt modelId="{5665DF41-9247-4FE7-B1D0-B5BD1AC740A7}" type="pres">
      <dgm:prSet presAssocID="{74CAC897-DA3A-45BE-BFE2-1549ABD23A9A}" presName="sibTrans" presStyleLbl="sibTrans2D1" presStyleIdx="0" presStyleCnt="0"/>
      <dgm:spPr/>
    </dgm:pt>
    <dgm:pt modelId="{2090E83C-4DEF-4E26-917E-993C768D66EF}" type="pres">
      <dgm:prSet presAssocID="{75B1E3E6-466C-4129-B35A-612BB0E087F0}" presName="compNode" presStyleCnt="0"/>
      <dgm:spPr/>
    </dgm:pt>
    <dgm:pt modelId="{65342745-7C44-4EA6-A4EB-20D0428B01F7}" type="pres">
      <dgm:prSet presAssocID="{75B1E3E6-466C-4129-B35A-612BB0E087F0}" presName="iconBgRect" presStyleLbl="bgShp" presStyleIdx="1" presStyleCnt="4"/>
      <dgm:spPr/>
    </dgm:pt>
    <dgm:pt modelId="{24042957-C98F-496B-88CA-CF0A8A807DCD}" type="pres">
      <dgm:prSet presAssocID="{75B1E3E6-466C-4129-B35A-612BB0E087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307D745-1780-449F-83D9-9CFFA8C7CEF7}" type="pres">
      <dgm:prSet presAssocID="{75B1E3E6-466C-4129-B35A-612BB0E087F0}" presName="spaceRect" presStyleCnt="0"/>
      <dgm:spPr/>
    </dgm:pt>
    <dgm:pt modelId="{5EC0C8FC-E18E-4138-B397-FAE43158F8CD}" type="pres">
      <dgm:prSet presAssocID="{75B1E3E6-466C-4129-B35A-612BB0E087F0}" presName="textRect" presStyleLbl="revTx" presStyleIdx="1" presStyleCnt="4">
        <dgm:presLayoutVars>
          <dgm:chMax val="1"/>
          <dgm:chPref val="1"/>
        </dgm:presLayoutVars>
      </dgm:prSet>
      <dgm:spPr/>
    </dgm:pt>
    <dgm:pt modelId="{3487E166-7A41-4D6E-9889-C757BB9D3344}" type="pres">
      <dgm:prSet presAssocID="{2B8BE068-9524-453C-B91A-59903C6D8AC0}" presName="sibTrans" presStyleLbl="sibTrans2D1" presStyleIdx="0" presStyleCnt="0"/>
      <dgm:spPr/>
    </dgm:pt>
    <dgm:pt modelId="{9597464A-0CBA-4E93-8DF4-095BB90EA534}" type="pres">
      <dgm:prSet presAssocID="{C127C43C-8FD3-431F-B734-9B6719B36621}" presName="compNode" presStyleCnt="0"/>
      <dgm:spPr/>
    </dgm:pt>
    <dgm:pt modelId="{F5388BB2-CA2B-49B1-A5B8-D40610927EDD}" type="pres">
      <dgm:prSet presAssocID="{C127C43C-8FD3-431F-B734-9B6719B36621}" presName="iconBgRect" presStyleLbl="bgShp" presStyleIdx="2" presStyleCnt="4"/>
      <dgm:spPr/>
    </dgm:pt>
    <dgm:pt modelId="{BD897D17-4E7A-4664-8384-D8662A700C6B}" type="pres">
      <dgm:prSet presAssocID="{C127C43C-8FD3-431F-B734-9B6719B366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6BCCFB76-633C-4CB3-9C3B-87244125B960}" type="pres">
      <dgm:prSet presAssocID="{C127C43C-8FD3-431F-B734-9B6719B36621}" presName="spaceRect" presStyleCnt="0"/>
      <dgm:spPr/>
    </dgm:pt>
    <dgm:pt modelId="{FE0C285F-D6B4-43AA-B6FE-ABB946027E6E}" type="pres">
      <dgm:prSet presAssocID="{C127C43C-8FD3-431F-B734-9B6719B36621}" presName="textRect" presStyleLbl="revTx" presStyleIdx="2" presStyleCnt="4">
        <dgm:presLayoutVars>
          <dgm:chMax val="1"/>
          <dgm:chPref val="1"/>
        </dgm:presLayoutVars>
      </dgm:prSet>
      <dgm:spPr/>
    </dgm:pt>
    <dgm:pt modelId="{D6C47F50-C589-4546-8098-26C96F28F7DE}" type="pres">
      <dgm:prSet presAssocID="{4CC8F9F1-9CA8-409C-AF37-F3E72B9FFC71}" presName="sibTrans" presStyleLbl="sibTrans2D1" presStyleIdx="0" presStyleCnt="0"/>
      <dgm:spPr/>
    </dgm:pt>
    <dgm:pt modelId="{390A617D-0DF8-469C-9451-2FFA4FCEE102}" type="pres">
      <dgm:prSet presAssocID="{158EE79A-C3AD-46B4-BE0F-71E41D6B6CCF}" presName="compNode" presStyleCnt="0"/>
      <dgm:spPr/>
    </dgm:pt>
    <dgm:pt modelId="{4C1FC214-7C98-4AD5-90C8-3D7324AA2DBC}" type="pres">
      <dgm:prSet presAssocID="{158EE79A-C3AD-46B4-BE0F-71E41D6B6CCF}" presName="iconBgRect" presStyleLbl="bgShp" presStyleIdx="3" presStyleCnt="4"/>
      <dgm:spPr/>
    </dgm:pt>
    <dgm:pt modelId="{2AE70394-0EA8-4284-B7D9-78BBE47E77E2}" type="pres">
      <dgm:prSet presAssocID="{158EE79A-C3AD-46B4-BE0F-71E41D6B6C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5E38CDF5-687B-4FC0-8151-C19E1DF4C4A4}" type="pres">
      <dgm:prSet presAssocID="{158EE79A-C3AD-46B4-BE0F-71E41D6B6CCF}" presName="spaceRect" presStyleCnt="0"/>
      <dgm:spPr/>
    </dgm:pt>
    <dgm:pt modelId="{19F5A174-91D1-4ED8-B723-9088F4740C02}" type="pres">
      <dgm:prSet presAssocID="{158EE79A-C3AD-46B4-BE0F-71E41D6B6C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B79D1B-2789-499F-A7F6-EC07F72DE70A}" type="presOf" srcId="{75B1E3E6-466C-4129-B35A-612BB0E087F0}" destId="{5EC0C8FC-E18E-4138-B397-FAE43158F8CD}" srcOrd="0" destOrd="0" presId="urn:microsoft.com/office/officeart/2018/2/layout/IconCircleList"/>
    <dgm:cxn modelId="{F30B1823-1C2C-4606-90C9-057DBA6302AD}" type="presOf" srcId="{158EE79A-C3AD-46B4-BE0F-71E41D6B6CCF}" destId="{19F5A174-91D1-4ED8-B723-9088F4740C02}" srcOrd="0" destOrd="0" presId="urn:microsoft.com/office/officeart/2018/2/layout/IconCircleList"/>
    <dgm:cxn modelId="{23D1502B-B99C-4A9C-ACCB-257ADFA54BF7}" srcId="{1030F4DD-CB3C-43F3-9525-222BB76763E4}" destId="{75B1E3E6-466C-4129-B35A-612BB0E087F0}" srcOrd="1" destOrd="0" parTransId="{AE3688EE-7544-4E21-BADD-7881FB7540A1}" sibTransId="{2B8BE068-9524-453C-B91A-59903C6D8AC0}"/>
    <dgm:cxn modelId="{83079532-F8BE-4F75-A70C-1006D9915D99}" type="presOf" srcId="{1030F4DD-CB3C-43F3-9525-222BB76763E4}" destId="{39DEFBC0-6C67-4D32-A039-0401F1E122AB}" srcOrd="0" destOrd="0" presId="urn:microsoft.com/office/officeart/2018/2/layout/IconCircleList"/>
    <dgm:cxn modelId="{334B1237-C78C-4B4B-9F57-936D2BDAD3E1}" type="presOf" srcId="{2B8BE068-9524-453C-B91A-59903C6D8AC0}" destId="{3487E166-7A41-4D6E-9889-C757BB9D3344}" srcOrd="0" destOrd="0" presId="urn:microsoft.com/office/officeart/2018/2/layout/IconCircleList"/>
    <dgm:cxn modelId="{E6555F3D-CC17-44BA-96E4-EA7C09AAA7BE}" type="presOf" srcId="{C127C43C-8FD3-431F-B734-9B6719B36621}" destId="{FE0C285F-D6B4-43AA-B6FE-ABB946027E6E}" srcOrd="0" destOrd="0" presId="urn:microsoft.com/office/officeart/2018/2/layout/IconCircleList"/>
    <dgm:cxn modelId="{85192C8E-6069-4513-9CE0-312DD4F5409F}" srcId="{1030F4DD-CB3C-43F3-9525-222BB76763E4}" destId="{C127C43C-8FD3-431F-B734-9B6719B36621}" srcOrd="2" destOrd="0" parTransId="{41AB1EBF-9C38-4C20-BC5B-EC3D2DB22185}" sibTransId="{4CC8F9F1-9CA8-409C-AF37-F3E72B9FFC71}"/>
    <dgm:cxn modelId="{D88F90CC-5B73-4264-A752-F74AE6ACB03C}" type="presOf" srcId="{981D80B7-841E-48A2-B30C-4E22D9AF46E5}" destId="{93D9C754-2F69-45D6-94F4-C247EF57ABFD}" srcOrd="0" destOrd="0" presId="urn:microsoft.com/office/officeart/2018/2/layout/IconCircleList"/>
    <dgm:cxn modelId="{0B2DB0D8-C6E3-4327-B6BE-9A4055F88E4F}" type="presOf" srcId="{74CAC897-DA3A-45BE-BFE2-1549ABD23A9A}" destId="{5665DF41-9247-4FE7-B1D0-B5BD1AC740A7}" srcOrd="0" destOrd="0" presId="urn:microsoft.com/office/officeart/2018/2/layout/IconCircleList"/>
    <dgm:cxn modelId="{A4317BDE-6E0C-4C5C-8502-D7ECAA30ACD8}" type="presOf" srcId="{4CC8F9F1-9CA8-409C-AF37-F3E72B9FFC71}" destId="{D6C47F50-C589-4546-8098-26C96F28F7DE}" srcOrd="0" destOrd="0" presId="urn:microsoft.com/office/officeart/2018/2/layout/IconCircleList"/>
    <dgm:cxn modelId="{E92B2DE9-101D-4656-BA2A-D70AC549E007}" srcId="{1030F4DD-CB3C-43F3-9525-222BB76763E4}" destId="{981D80B7-841E-48A2-B30C-4E22D9AF46E5}" srcOrd="0" destOrd="0" parTransId="{CFA2BC8C-7B44-4F9C-8306-B415F5687850}" sibTransId="{74CAC897-DA3A-45BE-BFE2-1549ABD23A9A}"/>
    <dgm:cxn modelId="{A83639FF-0A59-4EEF-A4DF-3F7CC2C6EB88}" srcId="{1030F4DD-CB3C-43F3-9525-222BB76763E4}" destId="{158EE79A-C3AD-46B4-BE0F-71E41D6B6CCF}" srcOrd="3" destOrd="0" parTransId="{8E6035FF-D836-4C5B-BEA9-9B53625FBB12}" sibTransId="{11F67C11-4AA8-4E76-9C04-A8AD6536836F}"/>
    <dgm:cxn modelId="{B6CC6AF7-E62C-487F-9946-29AA1814033E}" type="presParOf" srcId="{39DEFBC0-6C67-4D32-A039-0401F1E122AB}" destId="{EC73B627-ED65-406E-BBBE-A99C2196A249}" srcOrd="0" destOrd="0" presId="urn:microsoft.com/office/officeart/2018/2/layout/IconCircleList"/>
    <dgm:cxn modelId="{F87C0016-C7F4-4303-BCC7-17AC23D10776}" type="presParOf" srcId="{EC73B627-ED65-406E-BBBE-A99C2196A249}" destId="{B3891F1F-5459-43E4-902B-E2EEA5A4ED30}" srcOrd="0" destOrd="0" presId="urn:microsoft.com/office/officeart/2018/2/layout/IconCircleList"/>
    <dgm:cxn modelId="{4F043670-6E9B-4E81-8D24-3829255EA6A0}" type="presParOf" srcId="{B3891F1F-5459-43E4-902B-E2EEA5A4ED30}" destId="{E0BF588B-C791-45D1-B54C-EAC24E5713F5}" srcOrd="0" destOrd="0" presId="urn:microsoft.com/office/officeart/2018/2/layout/IconCircleList"/>
    <dgm:cxn modelId="{19594664-6712-4400-9E6C-B9CD5E02B4AD}" type="presParOf" srcId="{B3891F1F-5459-43E4-902B-E2EEA5A4ED30}" destId="{42648FE5-B6B0-4834-93BB-A8E6BA77AAE0}" srcOrd="1" destOrd="0" presId="urn:microsoft.com/office/officeart/2018/2/layout/IconCircleList"/>
    <dgm:cxn modelId="{20605ECB-231D-43CC-A76A-F842AF516405}" type="presParOf" srcId="{B3891F1F-5459-43E4-902B-E2EEA5A4ED30}" destId="{DDABAB80-95F8-49C7-9437-E677A40F6ECB}" srcOrd="2" destOrd="0" presId="urn:microsoft.com/office/officeart/2018/2/layout/IconCircleList"/>
    <dgm:cxn modelId="{1F2E9CDA-02EA-42B1-A42E-16C6B3DDFED0}" type="presParOf" srcId="{B3891F1F-5459-43E4-902B-E2EEA5A4ED30}" destId="{93D9C754-2F69-45D6-94F4-C247EF57ABFD}" srcOrd="3" destOrd="0" presId="urn:microsoft.com/office/officeart/2018/2/layout/IconCircleList"/>
    <dgm:cxn modelId="{C683B5BD-965A-4D11-A629-103FEF11C012}" type="presParOf" srcId="{EC73B627-ED65-406E-BBBE-A99C2196A249}" destId="{5665DF41-9247-4FE7-B1D0-B5BD1AC740A7}" srcOrd="1" destOrd="0" presId="urn:microsoft.com/office/officeart/2018/2/layout/IconCircleList"/>
    <dgm:cxn modelId="{AB698AE8-73E2-44A9-B6ED-0303E2D6AE39}" type="presParOf" srcId="{EC73B627-ED65-406E-BBBE-A99C2196A249}" destId="{2090E83C-4DEF-4E26-917E-993C768D66EF}" srcOrd="2" destOrd="0" presId="urn:microsoft.com/office/officeart/2018/2/layout/IconCircleList"/>
    <dgm:cxn modelId="{16D37D72-27D2-4E87-B6A0-C2394F1D5344}" type="presParOf" srcId="{2090E83C-4DEF-4E26-917E-993C768D66EF}" destId="{65342745-7C44-4EA6-A4EB-20D0428B01F7}" srcOrd="0" destOrd="0" presId="urn:microsoft.com/office/officeart/2018/2/layout/IconCircleList"/>
    <dgm:cxn modelId="{D7FC0C18-55F1-4740-9E65-6096E353E5CD}" type="presParOf" srcId="{2090E83C-4DEF-4E26-917E-993C768D66EF}" destId="{24042957-C98F-496B-88CA-CF0A8A807DCD}" srcOrd="1" destOrd="0" presId="urn:microsoft.com/office/officeart/2018/2/layout/IconCircleList"/>
    <dgm:cxn modelId="{BD8071A7-6F97-4A21-9129-A6790C602293}" type="presParOf" srcId="{2090E83C-4DEF-4E26-917E-993C768D66EF}" destId="{9307D745-1780-449F-83D9-9CFFA8C7CEF7}" srcOrd="2" destOrd="0" presId="urn:microsoft.com/office/officeart/2018/2/layout/IconCircleList"/>
    <dgm:cxn modelId="{B6383D1A-EE41-4DFC-A9DA-247ECA424231}" type="presParOf" srcId="{2090E83C-4DEF-4E26-917E-993C768D66EF}" destId="{5EC0C8FC-E18E-4138-B397-FAE43158F8CD}" srcOrd="3" destOrd="0" presId="urn:microsoft.com/office/officeart/2018/2/layout/IconCircleList"/>
    <dgm:cxn modelId="{432B02BF-DBE2-42C0-9509-34FFA8A58B32}" type="presParOf" srcId="{EC73B627-ED65-406E-BBBE-A99C2196A249}" destId="{3487E166-7A41-4D6E-9889-C757BB9D3344}" srcOrd="3" destOrd="0" presId="urn:microsoft.com/office/officeart/2018/2/layout/IconCircleList"/>
    <dgm:cxn modelId="{702BD3C4-DAEB-48F8-A63B-D78B17F24B68}" type="presParOf" srcId="{EC73B627-ED65-406E-BBBE-A99C2196A249}" destId="{9597464A-0CBA-4E93-8DF4-095BB90EA534}" srcOrd="4" destOrd="0" presId="urn:microsoft.com/office/officeart/2018/2/layout/IconCircleList"/>
    <dgm:cxn modelId="{FBD3F514-EBB6-4D4C-8F00-8D389A13C1F1}" type="presParOf" srcId="{9597464A-0CBA-4E93-8DF4-095BB90EA534}" destId="{F5388BB2-CA2B-49B1-A5B8-D40610927EDD}" srcOrd="0" destOrd="0" presId="urn:microsoft.com/office/officeart/2018/2/layout/IconCircleList"/>
    <dgm:cxn modelId="{B14E1E9D-5406-4B60-8509-24FD4594C081}" type="presParOf" srcId="{9597464A-0CBA-4E93-8DF4-095BB90EA534}" destId="{BD897D17-4E7A-4664-8384-D8662A700C6B}" srcOrd="1" destOrd="0" presId="urn:microsoft.com/office/officeart/2018/2/layout/IconCircleList"/>
    <dgm:cxn modelId="{2B5D3C40-3459-4081-B025-C78D524137F5}" type="presParOf" srcId="{9597464A-0CBA-4E93-8DF4-095BB90EA534}" destId="{6BCCFB76-633C-4CB3-9C3B-87244125B960}" srcOrd="2" destOrd="0" presId="urn:microsoft.com/office/officeart/2018/2/layout/IconCircleList"/>
    <dgm:cxn modelId="{351F35AE-88E7-4C13-AF1E-993A4E8268DE}" type="presParOf" srcId="{9597464A-0CBA-4E93-8DF4-095BB90EA534}" destId="{FE0C285F-D6B4-43AA-B6FE-ABB946027E6E}" srcOrd="3" destOrd="0" presId="urn:microsoft.com/office/officeart/2018/2/layout/IconCircleList"/>
    <dgm:cxn modelId="{967CE2E2-E296-44AB-84EE-BCA4A5D39404}" type="presParOf" srcId="{EC73B627-ED65-406E-BBBE-A99C2196A249}" destId="{D6C47F50-C589-4546-8098-26C96F28F7DE}" srcOrd="5" destOrd="0" presId="urn:microsoft.com/office/officeart/2018/2/layout/IconCircleList"/>
    <dgm:cxn modelId="{E79B521A-9223-4C21-9B41-90348CC336D2}" type="presParOf" srcId="{EC73B627-ED65-406E-BBBE-A99C2196A249}" destId="{390A617D-0DF8-469C-9451-2FFA4FCEE102}" srcOrd="6" destOrd="0" presId="urn:microsoft.com/office/officeart/2018/2/layout/IconCircleList"/>
    <dgm:cxn modelId="{D4FF1854-936C-4D63-B90E-604BD512664C}" type="presParOf" srcId="{390A617D-0DF8-469C-9451-2FFA4FCEE102}" destId="{4C1FC214-7C98-4AD5-90C8-3D7324AA2DBC}" srcOrd="0" destOrd="0" presId="urn:microsoft.com/office/officeart/2018/2/layout/IconCircleList"/>
    <dgm:cxn modelId="{9461DF0E-D3A4-405D-9D77-3A144AE9F394}" type="presParOf" srcId="{390A617D-0DF8-469C-9451-2FFA4FCEE102}" destId="{2AE70394-0EA8-4284-B7D9-78BBE47E77E2}" srcOrd="1" destOrd="0" presId="urn:microsoft.com/office/officeart/2018/2/layout/IconCircleList"/>
    <dgm:cxn modelId="{55B878FA-449A-4222-9FB8-5AFF4FC66313}" type="presParOf" srcId="{390A617D-0DF8-469C-9451-2FFA4FCEE102}" destId="{5E38CDF5-687B-4FC0-8151-C19E1DF4C4A4}" srcOrd="2" destOrd="0" presId="urn:microsoft.com/office/officeart/2018/2/layout/IconCircleList"/>
    <dgm:cxn modelId="{6D370607-903E-4E63-ADBA-0F308A6C692E}" type="presParOf" srcId="{390A617D-0DF8-469C-9451-2FFA4FCEE102}" destId="{19F5A174-91D1-4ED8-B723-9088F4740C0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3B4156-CD2B-4D42-AA03-55D1B2391D5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C7C6F0-54EB-4DF9-88AB-6394215BB5BE}">
      <dgm:prSet/>
      <dgm:spPr/>
      <dgm:t>
        <a:bodyPr/>
        <a:lstStyle/>
        <a:p>
          <a:r>
            <a:rPr lang="en-US"/>
            <a:t>No Python programming knowledge required</a:t>
          </a:r>
        </a:p>
      </dgm:t>
    </dgm:pt>
    <dgm:pt modelId="{7AFA4474-C6C3-45F5-85A3-A835BB0AD5A5}" type="parTrans" cxnId="{953E037F-657D-43C3-B6A1-B06C3374D24F}">
      <dgm:prSet/>
      <dgm:spPr/>
      <dgm:t>
        <a:bodyPr/>
        <a:lstStyle/>
        <a:p>
          <a:endParaRPr lang="en-US"/>
        </a:p>
      </dgm:t>
    </dgm:pt>
    <dgm:pt modelId="{2B6D4ADD-0BB2-41ED-AFB5-A93F4318BBDE}" type="sibTrans" cxnId="{953E037F-657D-43C3-B6A1-B06C3374D24F}">
      <dgm:prSet/>
      <dgm:spPr/>
      <dgm:t>
        <a:bodyPr/>
        <a:lstStyle/>
        <a:p>
          <a:endParaRPr lang="en-US"/>
        </a:p>
      </dgm:t>
    </dgm:pt>
    <dgm:pt modelId="{C455E6A9-B888-449A-9E73-BBD602AA0C04}">
      <dgm:prSet/>
      <dgm:spPr/>
      <dgm:t>
        <a:bodyPr/>
        <a:lstStyle/>
        <a:p>
          <a:r>
            <a:rPr lang="en-US"/>
            <a:t>Generate production-ready pandas code instantly</a:t>
          </a:r>
        </a:p>
      </dgm:t>
    </dgm:pt>
    <dgm:pt modelId="{FF3D66AC-7FBE-4452-8A2B-01AB3588012F}" type="parTrans" cxnId="{E527DCB0-4207-4E5A-A21C-0CFE2825B84C}">
      <dgm:prSet/>
      <dgm:spPr/>
      <dgm:t>
        <a:bodyPr/>
        <a:lstStyle/>
        <a:p>
          <a:endParaRPr lang="en-US"/>
        </a:p>
      </dgm:t>
    </dgm:pt>
    <dgm:pt modelId="{03BA7CB6-5781-43D8-BD48-FCB73F13A263}" type="sibTrans" cxnId="{E527DCB0-4207-4E5A-A21C-0CFE2825B84C}">
      <dgm:prSet/>
      <dgm:spPr/>
      <dgm:t>
        <a:bodyPr/>
        <a:lstStyle/>
        <a:p>
          <a:endParaRPr lang="en-US"/>
        </a:p>
      </dgm:t>
    </dgm:pt>
    <dgm:pt modelId="{AED854E6-FA8C-4F3D-BF65-B0E3D807A9AB}">
      <dgm:prSet/>
      <dgm:spPr/>
      <dgm:t>
        <a:bodyPr/>
        <a:lstStyle/>
        <a:p>
          <a:r>
            <a:rPr lang="en-US"/>
            <a:t>Perfect for Excel's =PY() function integration</a:t>
          </a:r>
        </a:p>
      </dgm:t>
    </dgm:pt>
    <dgm:pt modelId="{75E92AAE-ABC7-45A8-88FA-9016247394E7}" type="parTrans" cxnId="{46101ACB-335C-41F7-BDD1-C8F4478D6345}">
      <dgm:prSet/>
      <dgm:spPr/>
      <dgm:t>
        <a:bodyPr/>
        <a:lstStyle/>
        <a:p>
          <a:endParaRPr lang="en-US"/>
        </a:p>
      </dgm:t>
    </dgm:pt>
    <dgm:pt modelId="{626FF46A-68E6-4D6A-9A23-94084C7463E1}" type="sibTrans" cxnId="{46101ACB-335C-41F7-BDD1-C8F4478D6345}">
      <dgm:prSet/>
      <dgm:spPr/>
      <dgm:t>
        <a:bodyPr/>
        <a:lstStyle/>
        <a:p>
          <a:endParaRPr lang="en-US"/>
        </a:p>
      </dgm:t>
    </dgm:pt>
    <dgm:pt modelId="{57B61DBC-7865-451B-898E-6DF3EFD19A58}">
      <dgm:prSet/>
      <dgm:spPr/>
      <dgm:t>
        <a:bodyPr/>
        <a:lstStyle/>
        <a:p>
          <a:r>
            <a:rPr lang="en-US"/>
            <a:t>Learn Python by example with working code</a:t>
          </a:r>
        </a:p>
      </dgm:t>
    </dgm:pt>
    <dgm:pt modelId="{A4E30AEC-9E65-41F2-85D9-62FFD8DB0564}" type="parTrans" cxnId="{F16518F1-CBB1-4A6F-88DE-D5DF11C50FEB}">
      <dgm:prSet/>
      <dgm:spPr/>
      <dgm:t>
        <a:bodyPr/>
        <a:lstStyle/>
        <a:p>
          <a:endParaRPr lang="en-US"/>
        </a:p>
      </dgm:t>
    </dgm:pt>
    <dgm:pt modelId="{21B0CC11-D25F-4397-B4CC-D0ABD6FCFCD5}" type="sibTrans" cxnId="{F16518F1-CBB1-4A6F-88DE-D5DF11C50FEB}">
      <dgm:prSet/>
      <dgm:spPr/>
      <dgm:t>
        <a:bodyPr/>
        <a:lstStyle/>
        <a:p>
          <a:endParaRPr lang="en-US"/>
        </a:p>
      </dgm:t>
    </dgm:pt>
    <dgm:pt modelId="{1BAE5EA4-6A24-4AAD-9A6A-0A6424BAE0FB}">
      <dgm:prSet/>
      <dgm:spPr/>
      <dgm:t>
        <a:bodyPr/>
        <a:lstStyle/>
        <a:p>
          <a:r>
            <a:rPr lang="en-US"/>
            <a:t>Automate complex data transformations</a:t>
          </a:r>
        </a:p>
      </dgm:t>
    </dgm:pt>
    <dgm:pt modelId="{542580C3-D88A-41A3-838F-65B6E3ADC57D}" type="parTrans" cxnId="{D195CD54-C369-4BE0-91D8-23C3255D842F}">
      <dgm:prSet/>
      <dgm:spPr/>
      <dgm:t>
        <a:bodyPr/>
        <a:lstStyle/>
        <a:p>
          <a:endParaRPr lang="en-US"/>
        </a:p>
      </dgm:t>
    </dgm:pt>
    <dgm:pt modelId="{B73D594C-B387-4F83-A92B-AE8C4E69F7B5}" type="sibTrans" cxnId="{D195CD54-C369-4BE0-91D8-23C3255D842F}">
      <dgm:prSet/>
      <dgm:spPr/>
      <dgm:t>
        <a:bodyPr/>
        <a:lstStyle/>
        <a:p>
          <a:endParaRPr lang="en-US"/>
        </a:p>
      </dgm:t>
    </dgm:pt>
    <dgm:pt modelId="{8DEC1E1C-2CCA-4D48-8D05-613A9C27DB3D}">
      <dgm:prSet/>
      <dgm:spPr/>
      <dgm:t>
        <a:bodyPr/>
        <a:lstStyle/>
        <a:p>
          <a:r>
            <a:rPr lang="en-US"/>
            <a:t>Example Transformation:</a:t>
          </a:r>
        </a:p>
      </dgm:t>
    </dgm:pt>
    <dgm:pt modelId="{45BCA1DF-CF60-4FD3-96F7-3CE56F4A520A}" type="parTrans" cxnId="{C7D1F49A-8C24-49CD-9173-8C44EB75E839}">
      <dgm:prSet/>
      <dgm:spPr/>
      <dgm:t>
        <a:bodyPr/>
        <a:lstStyle/>
        <a:p>
          <a:endParaRPr lang="en-US"/>
        </a:p>
      </dgm:t>
    </dgm:pt>
    <dgm:pt modelId="{7A05B5FF-000C-4DCB-8D42-BEE81F36E975}" type="sibTrans" cxnId="{C7D1F49A-8C24-49CD-9173-8C44EB75E839}">
      <dgm:prSet/>
      <dgm:spPr/>
      <dgm:t>
        <a:bodyPr/>
        <a:lstStyle/>
        <a:p>
          <a:endParaRPr lang="en-US"/>
        </a:p>
      </dgm:t>
    </dgm:pt>
    <dgm:pt modelId="{58365C7A-0DCC-4379-8801-F09AB4CDFC2B}">
      <dgm:prSet/>
      <dgm:spPr/>
      <dgm:t>
        <a:bodyPr/>
        <a:lstStyle/>
        <a:p>
          <a:r>
            <a:rPr lang="en-US"/>
            <a:t>Excel data → "Show monthly averages" → AI generates pandas grouping and aggregation code</a:t>
          </a:r>
        </a:p>
      </dgm:t>
    </dgm:pt>
    <dgm:pt modelId="{13E9C538-B734-4902-AAE7-D11CB199D7C6}" type="parTrans" cxnId="{344845BE-AAA5-4939-9400-D44C63C80EFA}">
      <dgm:prSet/>
      <dgm:spPr/>
      <dgm:t>
        <a:bodyPr/>
        <a:lstStyle/>
        <a:p>
          <a:endParaRPr lang="en-US"/>
        </a:p>
      </dgm:t>
    </dgm:pt>
    <dgm:pt modelId="{6DCACB6D-C9AF-4D1F-A270-8C0035C9B8BD}" type="sibTrans" cxnId="{344845BE-AAA5-4939-9400-D44C63C80EFA}">
      <dgm:prSet/>
      <dgm:spPr/>
      <dgm:t>
        <a:bodyPr/>
        <a:lstStyle/>
        <a:p>
          <a:endParaRPr lang="en-US"/>
        </a:p>
      </dgm:t>
    </dgm:pt>
    <dgm:pt modelId="{3C53B3A0-6485-430D-888A-CFC4E443A08E}" type="pres">
      <dgm:prSet presAssocID="{B23B4156-CD2B-4D42-AA03-55D1B2391D5C}" presName="vert0" presStyleCnt="0">
        <dgm:presLayoutVars>
          <dgm:dir/>
          <dgm:animOne val="branch"/>
          <dgm:animLvl val="lvl"/>
        </dgm:presLayoutVars>
      </dgm:prSet>
      <dgm:spPr/>
    </dgm:pt>
    <dgm:pt modelId="{9406E75E-3F37-4384-9E79-F8A85FABF4E4}" type="pres">
      <dgm:prSet presAssocID="{CCC7C6F0-54EB-4DF9-88AB-6394215BB5BE}" presName="thickLine" presStyleLbl="alignNode1" presStyleIdx="0" presStyleCnt="7"/>
      <dgm:spPr/>
    </dgm:pt>
    <dgm:pt modelId="{0B96471E-AA50-4F6E-B031-983340E5CD8F}" type="pres">
      <dgm:prSet presAssocID="{CCC7C6F0-54EB-4DF9-88AB-6394215BB5BE}" presName="horz1" presStyleCnt="0"/>
      <dgm:spPr/>
    </dgm:pt>
    <dgm:pt modelId="{F5508F8A-8B8E-4ECE-9A71-D8B4442B2034}" type="pres">
      <dgm:prSet presAssocID="{CCC7C6F0-54EB-4DF9-88AB-6394215BB5BE}" presName="tx1" presStyleLbl="revTx" presStyleIdx="0" presStyleCnt="7"/>
      <dgm:spPr/>
    </dgm:pt>
    <dgm:pt modelId="{9455C797-A845-4156-A113-482BDD7AD79C}" type="pres">
      <dgm:prSet presAssocID="{CCC7C6F0-54EB-4DF9-88AB-6394215BB5BE}" presName="vert1" presStyleCnt="0"/>
      <dgm:spPr/>
    </dgm:pt>
    <dgm:pt modelId="{C81EF867-AD97-4195-BC90-5FD23A9ACEEF}" type="pres">
      <dgm:prSet presAssocID="{C455E6A9-B888-449A-9E73-BBD602AA0C04}" presName="thickLine" presStyleLbl="alignNode1" presStyleIdx="1" presStyleCnt="7"/>
      <dgm:spPr/>
    </dgm:pt>
    <dgm:pt modelId="{58657C4C-13F9-448B-AC1E-744F0CFAB0B3}" type="pres">
      <dgm:prSet presAssocID="{C455E6A9-B888-449A-9E73-BBD602AA0C04}" presName="horz1" presStyleCnt="0"/>
      <dgm:spPr/>
    </dgm:pt>
    <dgm:pt modelId="{5FB393B7-9B2F-4051-9311-915ACF756D72}" type="pres">
      <dgm:prSet presAssocID="{C455E6A9-B888-449A-9E73-BBD602AA0C04}" presName="tx1" presStyleLbl="revTx" presStyleIdx="1" presStyleCnt="7"/>
      <dgm:spPr/>
    </dgm:pt>
    <dgm:pt modelId="{7EA06131-39C3-4F4D-ABAC-F484F11689AB}" type="pres">
      <dgm:prSet presAssocID="{C455E6A9-B888-449A-9E73-BBD602AA0C04}" presName="vert1" presStyleCnt="0"/>
      <dgm:spPr/>
    </dgm:pt>
    <dgm:pt modelId="{44812B9E-55E6-44F7-8949-8DEC7AE9A95D}" type="pres">
      <dgm:prSet presAssocID="{AED854E6-FA8C-4F3D-BF65-B0E3D807A9AB}" presName="thickLine" presStyleLbl="alignNode1" presStyleIdx="2" presStyleCnt="7"/>
      <dgm:spPr/>
    </dgm:pt>
    <dgm:pt modelId="{15FC4ADA-1A44-44BE-A050-5B2F40F490E0}" type="pres">
      <dgm:prSet presAssocID="{AED854E6-FA8C-4F3D-BF65-B0E3D807A9AB}" presName="horz1" presStyleCnt="0"/>
      <dgm:spPr/>
    </dgm:pt>
    <dgm:pt modelId="{D98822FC-89CF-49C3-AAF9-2CF9008ECEE3}" type="pres">
      <dgm:prSet presAssocID="{AED854E6-FA8C-4F3D-BF65-B0E3D807A9AB}" presName="tx1" presStyleLbl="revTx" presStyleIdx="2" presStyleCnt="7"/>
      <dgm:spPr/>
    </dgm:pt>
    <dgm:pt modelId="{FFBF5E8A-D8E5-4DFA-9F88-422EE7433122}" type="pres">
      <dgm:prSet presAssocID="{AED854E6-FA8C-4F3D-BF65-B0E3D807A9AB}" presName="vert1" presStyleCnt="0"/>
      <dgm:spPr/>
    </dgm:pt>
    <dgm:pt modelId="{44E8089E-9B8C-4308-89C8-50C9D2AD3877}" type="pres">
      <dgm:prSet presAssocID="{57B61DBC-7865-451B-898E-6DF3EFD19A58}" presName="thickLine" presStyleLbl="alignNode1" presStyleIdx="3" presStyleCnt="7"/>
      <dgm:spPr/>
    </dgm:pt>
    <dgm:pt modelId="{E4007CAD-DE63-44FF-8A25-D38EF969239F}" type="pres">
      <dgm:prSet presAssocID="{57B61DBC-7865-451B-898E-6DF3EFD19A58}" presName="horz1" presStyleCnt="0"/>
      <dgm:spPr/>
    </dgm:pt>
    <dgm:pt modelId="{A7AE86FA-5BD9-46D9-961B-3B863EC136BB}" type="pres">
      <dgm:prSet presAssocID="{57B61DBC-7865-451B-898E-6DF3EFD19A58}" presName="tx1" presStyleLbl="revTx" presStyleIdx="3" presStyleCnt="7"/>
      <dgm:spPr/>
    </dgm:pt>
    <dgm:pt modelId="{E62619B8-156A-4E8A-B657-AF28D70D9181}" type="pres">
      <dgm:prSet presAssocID="{57B61DBC-7865-451B-898E-6DF3EFD19A58}" presName="vert1" presStyleCnt="0"/>
      <dgm:spPr/>
    </dgm:pt>
    <dgm:pt modelId="{9514F6BC-53EE-4854-9A0A-996E765E7123}" type="pres">
      <dgm:prSet presAssocID="{1BAE5EA4-6A24-4AAD-9A6A-0A6424BAE0FB}" presName="thickLine" presStyleLbl="alignNode1" presStyleIdx="4" presStyleCnt="7"/>
      <dgm:spPr/>
    </dgm:pt>
    <dgm:pt modelId="{7E0A6155-4D18-4219-8C12-C873E6EFE47A}" type="pres">
      <dgm:prSet presAssocID="{1BAE5EA4-6A24-4AAD-9A6A-0A6424BAE0FB}" presName="horz1" presStyleCnt="0"/>
      <dgm:spPr/>
    </dgm:pt>
    <dgm:pt modelId="{8B297152-4290-4D7F-B018-38DFF8FC3AFD}" type="pres">
      <dgm:prSet presAssocID="{1BAE5EA4-6A24-4AAD-9A6A-0A6424BAE0FB}" presName="tx1" presStyleLbl="revTx" presStyleIdx="4" presStyleCnt="7"/>
      <dgm:spPr/>
    </dgm:pt>
    <dgm:pt modelId="{BA576F9B-6CF8-4305-A7D7-2AEAB75A42A7}" type="pres">
      <dgm:prSet presAssocID="{1BAE5EA4-6A24-4AAD-9A6A-0A6424BAE0FB}" presName="vert1" presStyleCnt="0"/>
      <dgm:spPr/>
    </dgm:pt>
    <dgm:pt modelId="{BA54DE8A-D4BA-405A-B154-D37FCE8F1B09}" type="pres">
      <dgm:prSet presAssocID="{8DEC1E1C-2CCA-4D48-8D05-613A9C27DB3D}" presName="thickLine" presStyleLbl="alignNode1" presStyleIdx="5" presStyleCnt="7"/>
      <dgm:spPr/>
    </dgm:pt>
    <dgm:pt modelId="{1DDAB7A2-AABE-443A-8325-B3F10444B047}" type="pres">
      <dgm:prSet presAssocID="{8DEC1E1C-2CCA-4D48-8D05-613A9C27DB3D}" presName="horz1" presStyleCnt="0"/>
      <dgm:spPr/>
    </dgm:pt>
    <dgm:pt modelId="{5EE2CF39-556A-448B-91A8-1411EFD75286}" type="pres">
      <dgm:prSet presAssocID="{8DEC1E1C-2CCA-4D48-8D05-613A9C27DB3D}" presName="tx1" presStyleLbl="revTx" presStyleIdx="5" presStyleCnt="7"/>
      <dgm:spPr/>
    </dgm:pt>
    <dgm:pt modelId="{E5E223FF-B7A7-42CE-93A0-D421E36CCF57}" type="pres">
      <dgm:prSet presAssocID="{8DEC1E1C-2CCA-4D48-8D05-613A9C27DB3D}" presName="vert1" presStyleCnt="0"/>
      <dgm:spPr/>
    </dgm:pt>
    <dgm:pt modelId="{0CF6C49D-0DC8-4DA6-8053-0E2ED25BF70E}" type="pres">
      <dgm:prSet presAssocID="{58365C7A-0DCC-4379-8801-F09AB4CDFC2B}" presName="thickLine" presStyleLbl="alignNode1" presStyleIdx="6" presStyleCnt="7"/>
      <dgm:spPr/>
    </dgm:pt>
    <dgm:pt modelId="{F74DAE3D-13B6-4E0D-AC2A-14CDA6FD4ECF}" type="pres">
      <dgm:prSet presAssocID="{58365C7A-0DCC-4379-8801-F09AB4CDFC2B}" presName="horz1" presStyleCnt="0"/>
      <dgm:spPr/>
    </dgm:pt>
    <dgm:pt modelId="{2124420F-F4AA-4813-9FDC-12615B64DA39}" type="pres">
      <dgm:prSet presAssocID="{58365C7A-0DCC-4379-8801-F09AB4CDFC2B}" presName="tx1" presStyleLbl="revTx" presStyleIdx="6" presStyleCnt="7"/>
      <dgm:spPr/>
    </dgm:pt>
    <dgm:pt modelId="{1461F48E-10E2-457E-98FD-90047C55DFF2}" type="pres">
      <dgm:prSet presAssocID="{58365C7A-0DCC-4379-8801-F09AB4CDFC2B}" presName="vert1" presStyleCnt="0"/>
      <dgm:spPr/>
    </dgm:pt>
  </dgm:ptLst>
  <dgm:cxnLst>
    <dgm:cxn modelId="{89D5B80C-BDB0-44D6-9A28-339A1955EEAE}" type="presOf" srcId="{57B61DBC-7865-451B-898E-6DF3EFD19A58}" destId="{A7AE86FA-5BD9-46D9-961B-3B863EC136BB}" srcOrd="0" destOrd="0" presId="urn:microsoft.com/office/officeart/2008/layout/LinedList"/>
    <dgm:cxn modelId="{988BA413-1A4A-46B3-B65F-84CE408316F9}" type="presOf" srcId="{8DEC1E1C-2CCA-4D48-8D05-613A9C27DB3D}" destId="{5EE2CF39-556A-448B-91A8-1411EFD75286}" srcOrd="0" destOrd="0" presId="urn:microsoft.com/office/officeart/2008/layout/LinedList"/>
    <dgm:cxn modelId="{1FCA863A-AF55-484C-A69F-8ECB6F696BCB}" type="presOf" srcId="{AED854E6-FA8C-4F3D-BF65-B0E3D807A9AB}" destId="{D98822FC-89CF-49C3-AAF9-2CF9008ECEE3}" srcOrd="0" destOrd="0" presId="urn:microsoft.com/office/officeart/2008/layout/LinedList"/>
    <dgm:cxn modelId="{73078C41-E4EA-4FEC-A42C-5B787078EDE6}" type="presOf" srcId="{B23B4156-CD2B-4D42-AA03-55D1B2391D5C}" destId="{3C53B3A0-6485-430D-888A-CFC4E443A08E}" srcOrd="0" destOrd="0" presId="urn:microsoft.com/office/officeart/2008/layout/LinedList"/>
    <dgm:cxn modelId="{D195CD54-C369-4BE0-91D8-23C3255D842F}" srcId="{B23B4156-CD2B-4D42-AA03-55D1B2391D5C}" destId="{1BAE5EA4-6A24-4AAD-9A6A-0A6424BAE0FB}" srcOrd="4" destOrd="0" parTransId="{542580C3-D88A-41A3-838F-65B6E3ADC57D}" sibTransId="{B73D594C-B387-4F83-A92B-AE8C4E69F7B5}"/>
    <dgm:cxn modelId="{953E037F-657D-43C3-B6A1-B06C3374D24F}" srcId="{B23B4156-CD2B-4D42-AA03-55D1B2391D5C}" destId="{CCC7C6F0-54EB-4DF9-88AB-6394215BB5BE}" srcOrd="0" destOrd="0" parTransId="{7AFA4474-C6C3-45F5-85A3-A835BB0AD5A5}" sibTransId="{2B6D4ADD-0BB2-41ED-AFB5-A93F4318BBDE}"/>
    <dgm:cxn modelId="{C7D1F49A-8C24-49CD-9173-8C44EB75E839}" srcId="{B23B4156-CD2B-4D42-AA03-55D1B2391D5C}" destId="{8DEC1E1C-2CCA-4D48-8D05-613A9C27DB3D}" srcOrd="5" destOrd="0" parTransId="{45BCA1DF-CF60-4FD3-96F7-3CE56F4A520A}" sibTransId="{7A05B5FF-000C-4DCB-8D42-BEE81F36E975}"/>
    <dgm:cxn modelId="{342B62AD-3157-40CD-A62A-4D6A54F7311B}" type="presOf" srcId="{58365C7A-0DCC-4379-8801-F09AB4CDFC2B}" destId="{2124420F-F4AA-4813-9FDC-12615B64DA39}" srcOrd="0" destOrd="0" presId="urn:microsoft.com/office/officeart/2008/layout/LinedList"/>
    <dgm:cxn modelId="{E527DCB0-4207-4E5A-A21C-0CFE2825B84C}" srcId="{B23B4156-CD2B-4D42-AA03-55D1B2391D5C}" destId="{C455E6A9-B888-449A-9E73-BBD602AA0C04}" srcOrd="1" destOrd="0" parTransId="{FF3D66AC-7FBE-4452-8A2B-01AB3588012F}" sibTransId="{03BA7CB6-5781-43D8-BD48-FCB73F13A263}"/>
    <dgm:cxn modelId="{344845BE-AAA5-4939-9400-D44C63C80EFA}" srcId="{B23B4156-CD2B-4D42-AA03-55D1B2391D5C}" destId="{58365C7A-0DCC-4379-8801-F09AB4CDFC2B}" srcOrd="6" destOrd="0" parTransId="{13E9C538-B734-4902-AAE7-D11CB199D7C6}" sibTransId="{6DCACB6D-C9AF-4D1F-A270-8C0035C9B8BD}"/>
    <dgm:cxn modelId="{9F48DFC0-3E16-4332-A79A-7D959565482D}" type="presOf" srcId="{CCC7C6F0-54EB-4DF9-88AB-6394215BB5BE}" destId="{F5508F8A-8B8E-4ECE-9A71-D8B4442B2034}" srcOrd="0" destOrd="0" presId="urn:microsoft.com/office/officeart/2008/layout/LinedList"/>
    <dgm:cxn modelId="{46101ACB-335C-41F7-BDD1-C8F4478D6345}" srcId="{B23B4156-CD2B-4D42-AA03-55D1B2391D5C}" destId="{AED854E6-FA8C-4F3D-BF65-B0E3D807A9AB}" srcOrd="2" destOrd="0" parTransId="{75E92AAE-ABC7-45A8-88FA-9016247394E7}" sibTransId="{626FF46A-68E6-4D6A-9A23-94084C7463E1}"/>
    <dgm:cxn modelId="{D30A86D2-620E-423B-8BD8-860110330874}" type="presOf" srcId="{C455E6A9-B888-449A-9E73-BBD602AA0C04}" destId="{5FB393B7-9B2F-4051-9311-915ACF756D72}" srcOrd="0" destOrd="0" presId="urn:microsoft.com/office/officeart/2008/layout/LinedList"/>
    <dgm:cxn modelId="{E219F9D9-C95C-4045-948A-F0A53F9BEA8C}" type="presOf" srcId="{1BAE5EA4-6A24-4AAD-9A6A-0A6424BAE0FB}" destId="{8B297152-4290-4D7F-B018-38DFF8FC3AFD}" srcOrd="0" destOrd="0" presId="urn:microsoft.com/office/officeart/2008/layout/LinedList"/>
    <dgm:cxn modelId="{F16518F1-CBB1-4A6F-88DE-D5DF11C50FEB}" srcId="{B23B4156-CD2B-4D42-AA03-55D1B2391D5C}" destId="{57B61DBC-7865-451B-898E-6DF3EFD19A58}" srcOrd="3" destOrd="0" parTransId="{A4E30AEC-9E65-41F2-85D9-62FFD8DB0564}" sibTransId="{21B0CC11-D25F-4397-B4CC-D0ABD6FCFCD5}"/>
    <dgm:cxn modelId="{F71DE68D-A328-425A-AE57-D0C699C54048}" type="presParOf" srcId="{3C53B3A0-6485-430D-888A-CFC4E443A08E}" destId="{9406E75E-3F37-4384-9E79-F8A85FABF4E4}" srcOrd="0" destOrd="0" presId="urn:microsoft.com/office/officeart/2008/layout/LinedList"/>
    <dgm:cxn modelId="{DF8A1397-B9E0-4C4F-82E7-81BC236355BD}" type="presParOf" srcId="{3C53B3A0-6485-430D-888A-CFC4E443A08E}" destId="{0B96471E-AA50-4F6E-B031-983340E5CD8F}" srcOrd="1" destOrd="0" presId="urn:microsoft.com/office/officeart/2008/layout/LinedList"/>
    <dgm:cxn modelId="{388DFFB2-77A2-4D59-AB09-4ED486E046F4}" type="presParOf" srcId="{0B96471E-AA50-4F6E-B031-983340E5CD8F}" destId="{F5508F8A-8B8E-4ECE-9A71-D8B4442B2034}" srcOrd="0" destOrd="0" presId="urn:microsoft.com/office/officeart/2008/layout/LinedList"/>
    <dgm:cxn modelId="{53BD0420-E469-4B5E-8CC6-724B6D58A158}" type="presParOf" srcId="{0B96471E-AA50-4F6E-B031-983340E5CD8F}" destId="{9455C797-A845-4156-A113-482BDD7AD79C}" srcOrd="1" destOrd="0" presId="urn:microsoft.com/office/officeart/2008/layout/LinedList"/>
    <dgm:cxn modelId="{57982260-D689-4925-B0FC-37D472E17773}" type="presParOf" srcId="{3C53B3A0-6485-430D-888A-CFC4E443A08E}" destId="{C81EF867-AD97-4195-BC90-5FD23A9ACEEF}" srcOrd="2" destOrd="0" presId="urn:microsoft.com/office/officeart/2008/layout/LinedList"/>
    <dgm:cxn modelId="{3002B58C-13AA-49F5-9C8F-4D562378D142}" type="presParOf" srcId="{3C53B3A0-6485-430D-888A-CFC4E443A08E}" destId="{58657C4C-13F9-448B-AC1E-744F0CFAB0B3}" srcOrd="3" destOrd="0" presId="urn:microsoft.com/office/officeart/2008/layout/LinedList"/>
    <dgm:cxn modelId="{B480D9C3-A360-4DB0-9AA4-B819D87C6EE3}" type="presParOf" srcId="{58657C4C-13F9-448B-AC1E-744F0CFAB0B3}" destId="{5FB393B7-9B2F-4051-9311-915ACF756D72}" srcOrd="0" destOrd="0" presId="urn:microsoft.com/office/officeart/2008/layout/LinedList"/>
    <dgm:cxn modelId="{D38245B4-4107-4375-A81E-E3813B143845}" type="presParOf" srcId="{58657C4C-13F9-448B-AC1E-744F0CFAB0B3}" destId="{7EA06131-39C3-4F4D-ABAC-F484F11689AB}" srcOrd="1" destOrd="0" presId="urn:microsoft.com/office/officeart/2008/layout/LinedList"/>
    <dgm:cxn modelId="{51EA74A3-4643-4337-9666-3F2EB5F45A8F}" type="presParOf" srcId="{3C53B3A0-6485-430D-888A-CFC4E443A08E}" destId="{44812B9E-55E6-44F7-8949-8DEC7AE9A95D}" srcOrd="4" destOrd="0" presId="urn:microsoft.com/office/officeart/2008/layout/LinedList"/>
    <dgm:cxn modelId="{980D09FA-B681-4B31-8E58-51434A69B578}" type="presParOf" srcId="{3C53B3A0-6485-430D-888A-CFC4E443A08E}" destId="{15FC4ADA-1A44-44BE-A050-5B2F40F490E0}" srcOrd="5" destOrd="0" presId="urn:microsoft.com/office/officeart/2008/layout/LinedList"/>
    <dgm:cxn modelId="{99150E43-18C6-4C7D-8A4C-49553C67A8BC}" type="presParOf" srcId="{15FC4ADA-1A44-44BE-A050-5B2F40F490E0}" destId="{D98822FC-89CF-49C3-AAF9-2CF9008ECEE3}" srcOrd="0" destOrd="0" presId="urn:microsoft.com/office/officeart/2008/layout/LinedList"/>
    <dgm:cxn modelId="{203D5D10-8ACF-48D8-B1C9-8C9FBA6B3A9F}" type="presParOf" srcId="{15FC4ADA-1A44-44BE-A050-5B2F40F490E0}" destId="{FFBF5E8A-D8E5-4DFA-9F88-422EE7433122}" srcOrd="1" destOrd="0" presId="urn:microsoft.com/office/officeart/2008/layout/LinedList"/>
    <dgm:cxn modelId="{51CAD334-C8FB-4FD2-97E4-1579AC8292F0}" type="presParOf" srcId="{3C53B3A0-6485-430D-888A-CFC4E443A08E}" destId="{44E8089E-9B8C-4308-89C8-50C9D2AD3877}" srcOrd="6" destOrd="0" presId="urn:microsoft.com/office/officeart/2008/layout/LinedList"/>
    <dgm:cxn modelId="{2B2C7CD4-E38C-42B8-9A15-4EC30D85097E}" type="presParOf" srcId="{3C53B3A0-6485-430D-888A-CFC4E443A08E}" destId="{E4007CAD-DE63-44FF-8A25-D38EF969239F}" srcOrd="7" destOrd="0" presId="urn:microsoft.com/office/officeart/2008/layout/LinedList"/>
    <dgm:cxn modelId="{5C18527D-26CC-4DE7-B356-B004CF456F50}" type="presParOf" srcId="{E4007CAD-DE63-44FF-8A25-D38EF969239F}" destId="{A7AE86FA-5BD9-46D9-961B-3B863EC136BB}" srcOrd="0" destOrd="0" presId="urn:microsoft.com/office/officeart/2008/layout/LinedList"/>
    <dgm:cxn modelId="{199B29A1-77E6-4A3A-A836-826A0BCA038B}" type="presParOf" srcId="{E4007CAD-DE63-44FF-8A25-D38EF969239F}" destId="{E62619B8-156A-4E8A-B657-AF28D70D9181}" srcOrd="1" destOrd="0" presId="urn:microsoft.com/office/officeart/2008/layout/LinedList"/>
    <dgm:cxn modelId="{0A86B93D-4182-4A14-A181-B45E3B7F1BB7}" type="presParOf" srcId="{3C53B3A0-6485-430D-888A-CFC4E443A08E}" destId="{9514F6BC-53EE-4854-9A0A-996E765E7123}" srcOrd="8" destOrd="0" presId="urn:microsoft.com/office/officeart/2008/layout/LinedList"/>
    <dgm:cxn modelId="{0E4BE557-4FB4-4842-8A37-62ACC800628F}" type="presParOf" srcId="{3C53B3A0-6485-430D-888A-CFC4E443A08E}" destId="{7E0A6155-4D18-4219-8C12-C873E6EFE47A}" srcOrd="9" destOrd="0" presId="urn:microsoft.com/office/officeart/2008/layout/LinedList"/>
    <dgm:cxn modelId="{CA69BD88-2D3C-403A-A00C-1CFC7C6CD3E2}" type="presParOf" srcId="{7E0A6155-4D18-4219-8C12-C873E6EFE47A}" destId="{8B297152-4290-4D7F-B018-38DFF8FC3AFD}" srcOrd="0" destOrd="0" presId="urn:microsoft.com/office/officeart/2008/layout/LinedList"/>
    <dgm:cxn modelId="{3004CA17-BE2E-4297-B689-48D6E5A2986D}" type="presParOf" srcId="{7E0A6155-4D18-4219-8C12-C873E6EFE47A}" destId="{BA576F9B-6CF8-4305-A7D7-2AEAB75A42A7}" srcOrd="1" destOrd="0" presId="urn:microsoft.com/office/officeart/2008/layout/LinedList"/>
    <dgm:cxn modelId="{FA3C5F1D-187F-44D4-8F19-E26AED638E69}" type="presParOf" srcId="{3C53B3A0-6485-430D-888A-CFC4E443A08E}" destId="{BA54DE8A-D4BA-405A-B154-D37FCE8F1B09}" srcOrd="10" destOrd="0" presId="urn:microsoft.com/office/officeart/2008/layout/LinedList"/>
    <dgm:cxn modelId="{F09B6D71-7BBE-4F35-AFFB-71DA69590CC3}" type="presParOf" srcId="{3C53B3A0-6485-430D-888A-CFC4E443A08E}" destId="{1DDAB7A2-AABE-443A-8325-B3F10444B047}" srcOrd="11" destOrd="0" presId="urn:microsoft.com/office/officeart/2008/layout/LinedList"/>
    <dgm:cxn modelId="{C157A7FF-D360-40C6-998C-3F52B5CEFAA1}" type="presParOf" srcId="{1DDAB7A2-AABE-443A-8325-B3F10444B047}" destId="{5EE2CF39-556A-448B-91A8-1411EFD75286}" srcOrd="0" destOrd="0" presId="urn:microsoft.com/office/officeart/2008/layout/LinedList"/>
    <dgm:cxn modelId="{666F4516-A74A-4A7C-91A4-FFD3D4A7904D}" type="presParOf" srcId="{1DDAB7A2-AABE-443A-8325-B3F10444B047}" destId="{E5E223FF-B7A7-42CE-93A0-D421E36CCF57}" srcOrd="1" destOrd="0" presId="urn:microsoft.com/office/officeart/2008/layout/LinedList"/>
    <dgm:cxn modelId="{15A4FCEE-0AF6-4165-A437-B1C703BDD211}" type="presParOf" srcId="{3C53B3A0-6485-430D-888A-CFC4E443A08E}" destId="{0CF6C49D-0DC8-4DA6-8053-0E2ED25BF70E}" srcOrd="12" destOrd="0" presId="urn:microsoft.com/office/officeart/2008/layout/LinedList"/>
    <dgm:cxn modelId="{E9C2C691-690D-40D6-876B-FE9C0AC8E5FB}" type="presParOf" srcId="{3C53B3A0-6485-430D-888A-CFC4E443A08E}" destId="{F74DAE3D-13B6-4E0D-AC2A-14CDA6FD4ECF}" srcOrd="13" destOrd="0" presId="urn:microsoft.com/office/officeart/2008/layout/LinedList"/>
    <dgm:cxn modelId="{E5DC91DB-A775-4B9A-9590-58FE70D1B73F}" type="presParOf" srcId="{F74DAE3D-13B6-4E0D-AC2A-14CDA6FD4ECF}" destId="{2124420F-F4AA-4813-9FDC-12615B64DA39}" srcOrd="0" destOrd="0" presId="urn:microsoft.com/office/officeart/2008/layout/LinedList"/>
    <dgm:cxn modelId="{1B12EAC9-E10F-48DD-A556-FFFDFB3196E4}" type="presParOf" srcId="{F74DAE3D-13B6-4E0D-AC2A-14CDA6FD4ECF}" destId="{1461F48E-10E2-457E-98FD-90047C55DF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BD48E1-BE71-4245-B8DC-3995B87D2F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EDF7B222-6C98-48D1-9508-B33B6017B48D}">
      <dgm:prSet/>
      <dgm:spPr/>
      <dgm:t>
        <a:bodyPr/>
        <a:lstStyle/>
        <a:p>
          <a:pPr>
            <a:defRPr cap="all"/>
          </a:pPr>
          <a:r>
            <a:rPr lang="en-US" b="1"/>
            <a:t>Purpose:</a:t>
          </a:r>
          <a:endParaRPr lang="en-US"/>
        </a:p>
      </dgm:t>
    </dgm:pt>
    <dgm:pt modelId="{F300DB00-D3BE-440C-8A7F-E49AB81B4E49}" type="parTrans" cxnId="{156B443F-ABD6-4195-960D-002B86D8E4B7}">
      <dgm:prSet/>
      <dgm:spPr/>
      <dgm:t>
        <a:bodyPr/>
        <a:lstStyle/>
        <a:p>
          <a:endParaRPr lang="en-US"/>
        </a:p>
      </dgm:t>
    </dgm:pt>
    <dgm:pt modelId="{6CBD8603-ED8C-40AF-B29B-4C2E882264D4}" type="sibTrans" cxnId="{156B443F-ABD6-4195-960D-002B86D8E4B7}">
      <dgm:prSet/>
      <dgm:spPr/>
      <dgm:t>
        <a:bodyPr/>
        <a:lstStyle/>
        <a:p>
          <a:endParaRPr lang="en-US"/>
        </a:p>
      </dgm:t>
    </dgm:pt>
    <dgm:pt modelId="{7D8E8D38-A1BF-4352-B404-BEFE3D35A73B}">
      <dgm:prSet/>
      <dgm:spPr/>
      <dgm:t>
        <a:bodyPr/>
        <a:lstStyle/>
        <a:p>
          <a:pPr>
            <a:defRPr cap="all"/>
          </a:pPr>
          <a:r>
            <a:rPr lang="en-US"/>
            <a:t>Adds intelligent comments to explain formulas and data</a:t>
          </a:r>
        </a:p>
      </dgm:t>
    </dgm:pt>
    <dgm:pt modelId="{659A3A8B-6447-4FDB-A6B2-C62BABD05DEF}" type="parTrans" cxnId="{2AFB5692-AEFC-43CA-B75B-5D112586E04A}">
      <dgm:prSet/>
      <dgm:spPr/>
      <dgm:t>
        <a:bodyPr/>
        <a:lstStyle/>
        <a:p>
          <a:endParaRPr lang="en-US"/>
        </a:p>
      </dgm:t>
    </dgm:pt>
    <dgm:pt modelId="{DCAF2DD4-67A3-499A-BA79-51E801CBB9F6}" type="sibTrans" cxnId="{2AFB5692-AEFC-43CA-B75B-5D112586E04A}">
      <dgm:prSet/>
      <dgm:spPr/>
      <dgm:t>
        <a:bodyPr/>
        <a:lstStyle/>
        <a:p>
          <a:endParaRPr lang="en-US"/>
        </a:p>
      </dgm:t>
    </dgm:pt>
    <dgm:pt modelId="{F16037B5-C354-4C43-A5C9-5AA927B421FD}">
      <dgm:prSet/>
      <dgm:spPr/>
      <dgm:t>
        <a:bodyPr/>
        <a:lstStyle/>
        <a:p>
          <a:pPr>
            <a:defRPr cap="all"/>
          </a:pPr>
          <a:r>
            <a:rPr lang="en-US"/>
            <a:t>Creates context-aware documentation for your spreadsheets</a:t>
          </a:r>
        </a:p>
      </dgm:t>
    </dgm:pt>
    <dgm:pt modelId="{7B0C6AAF-355F-436E-9117-4C121DEF6DFA}" type="parTrans" cxnId="{5ED83623-C24F-46E0-91A1-513FECB73829}">
      <dgm:prSet/>
      <dgm:spPr/>
      <dgm:t>
        <a:bodyPr/>
        <a:lstStyle/>
        <a:p>
          <a:endParaRPr lang="en-US"/>
        </a:p>
      </dgm:t>
    </dgm:pt>
    <dgm:pt modelId="{E8BEFBAC-075B-4A7A-B054-F0790C72A7A6}" type="sibTrans" cxnId="{5ED83623-C24F-46E0-91A1-513FECB73829}">
      <dgm:prSet/>
      <dgm:spPr/>
      <dgm:t>
        <a:bodyPr/>
        <a:lstStyle/>
        <a:p>
          <a:endParaRPr lang="en-US"/>
        </a:p>
      </dgm:t>
    </dgm:pt>
    <dgm:pt modelId="{40DA19EC-43AF-49CC-B9EC-5C4041858C04}">
      <dgm:prSet/>
      <dgm:spPr/>
      <dgm:t>
        <a:bodyPr/>
        <a:lstStyle/>
        <a:p>
          <a:pPr>
            <a:defRPr cap="all"/>
          </a:pPr>
          <a:r>
            <a:rPr lang="en-US"/>
            <a:t>Supports multiple languages including Hinglish (Hindi-English mix)</a:t>
          </a:r>
        </a:p>
      </dgm:t>
    </dgm:pt>
    <dgm:pt modelId="{2A67A683-EEEA-4E2F-81A7-55BFDA4A8646}" type="parTrans" cxnId="{4E6624EA-D08D-42FC-B9CC-5201B990E971}">
      <dgm:prSet/>
      <dgm:spPr/>
      <dgm:t>
        <a:bodyPr/>
        <a:lstStyle/>
        <a:p>
          <a:endParaRPr lang="en-US"/>
        </a:p>
      </dgm:t>
    </dgm:pt>
    <dgm:pt modelId="{3CEA24FD-3C45-4C77-B623-831C23CB160E}" type="sibTrans" cxnId="{4E6624EA-D08D-42FC-B9CC-5201B990E971}">
      <dgm:prSet/>
      <dgm:spPr/>
      <dgm:t>
        <a:bodyPr/>
        <a:lstStyle/>
        <a:p>
          <a:endParaRPr lang="en-US"/>
        </a:p>
      </dgm:t>
    </dgm:pt>
    <dgm:pt modelId="{5A614E6E-9964-4438-B08C-D4D9550CCFAB}" type="pres">
      <dgm:prSet presAssocID="{54BD48E1-BE71-4245-B8DC-3995B87D2F2B}" presName="root" presStyleCnt="0">
        <dgm:presLayoutVars>
          <dgm:dir/>
          <dgm:resizeHandles val="exact"/>
        </dgm:presLayoutVars>
      </dgm:prSet>
      <dgm:spPr/>
    </dgm:pt>
    <dgm:pt modelId="{71D1E534-09B9-48FF-9810-1C22567D20F5}" type="pres">
      <dgm:prSet presAssocID="{EDF7B222-6C98-48D1-9508-B33B6017B48D}" presName="compNode" presStyleCnt="0"/>
      <dgm:spPr/>
    </dgm:pt>
    <dgm:pt modelId="{9E8CEB30-7C22-456B-B191-2B8EA1F4D27A}" type="pres">
      <dgm:prSet presAssocID="{EDF7B222-6C98-48D1-9508-B33B6017B48D}" presName="iconBgRect" presStyleLbl="bgShp" presStyleIdx="0" presStyleCnt="4"/>
      <dgm:spPr/>
    </dgm:pt>
    <dgm:pt modelId="{B4F1C4E9-EAC6-4BC7-B0B3-0B1B4FEDB0EF}" type="pres">
      <dgm:prSet presAssocID="{EDF7B222-6C98-48D1-9508-B33B6017B48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87BB979-1D0D-4D62-B3A0-CEBD2073041D}" type="pres">
      <dgm:prSet presAssocID="{EDF7B222-6C98-48D1-9508-B33B6017B48D}" presName="spaceRect" presStyleCnt="0"/>
      <dgm:spPr/>
    </dgm:pt>
    <dgm:pt modelId="{E247179B-0EAB-4FC9-B962-9C682FF49A7B}" type="pres">
      <dgm:prSet presAssocID="{EDF7B222-6C98-48D1-9508-B33B6017B48D}" presName="textRect" presStyleLbl="revTx" presStyleIdx="0" presStyleCnt="4">
        <dgm:presLayoutVars>
          <dgm:chMax val="1"/>
          <dgm:chPref val="1"/>
        </dgm:presLayoutVars>
      </dgm:prSet>
      <dgm:spPr/>
    </dgm:pt>
    <dgm:pt modelId="{07937F8D-E758-4156-8210-7793E60B7A1A}" type="pres">
      <dgm:prSet presAssocID="{6CBD8603-ED8C-40AF-B29B-4C2E882264D4}" presName="sibTrans" presStyleCnt="0"/>
      <dgm:spPr/>
    </dgm:pt>
    <dgm:pt modelId="{B1F26582-D615-4EE7-A6F3-F385E319A273}" type="pres">
      <dgm:prSet presAssocID="{7D8E8D38-A1BF-4352-B404-BEFE3D35A73B}" presName="compNode" presStyleCnt="0"/>
      <dgm:spPr/>
    </dgm:pt>
    <dgm:pt modelId="{8253EBBA-11A2-48E7-A8B1-8915D5B7F250}" type="pres">
      <dgm:prSet presAssocID="{7D8E8D38-A1BF-4352-B404-BEFE3D35A73B}" presName="iconBgRect" presStyleLbl="bgShp" presStyleIdx="1" presStyleCnt="4"/>
      <dgm:spPr/>
    </dgm:pt>
    <dgm:pt modelId="{58948F62-B7C4-4778-87F8-515F2DBD346F}" type="pres">
      <dgm:prSet presAssocID="{7D8E8D38-A1BF-4352-B404-BEFE3D35A7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F574AB2-25AB-4AFD-B14F-425102E5C153}" type="pres">
      <dgm:prSet presAssocID="{7D8E8D38-A1BF-4352-B404-BEFE3D35A73B}" presName="spaceRect" presStyleCnt="0"/>
      <dgm:spPr/>
    </dgm:pt>
    <dgm:pt modelId="{C11DAFC0-93D6-4AD5-A0F9-C09A8EC58899}" type="pres">
      <dgm:prSet presAssocID="{7D8E8D38-A1BF-4352-B404-BEFE3D35A73B}" presName="textRect" presStyleLbl="revTx" presStyleIdx="1" presStyleCnt="4">
        <dgm:presLayoutVars>
          <dgm:chMax val="1"/>
          <dgm:chPref val="1"/>
        </dgm:presLayoutVars>
      </dgm:prSet>
      <dgm:spPr/>
    </dgm:pt>
    <dgm:pt modelId="{3EBDE910-B4FE-4E99-86F8-8E1B916495EC}" type="pres">
      <dgm:prSet presAssocID="{DCAF2DD4-67A3-499A-BA79-51E801CBB9F6}" presName="sibTrans" presStyleCnt="0"/>
      <dgm:spPr/>
    </dgm:pt>
    <dgm:pt modelId="{8B59C920-4B7F-4DAE-8D46-AB9C4DCF2D14}" type="pres">
      <dgm:prSet presAssocID="{F16037B5-C354-4C43-A5C9-5AA927B421FD}" presName="compNode" presStyleCnt="0"/>
      <dgm:spPr/>
    </dgm:pt>
    <dgm:pt modelId="{10C66C58-8A87-41C3-B7D0-F9664EEC2BFC}" type="pres">
      <dgm:prSet presAssocID="{F16037B5-C354-4C43-A5C9-5AA927B421FD}" presName="iconBgRect" presStyleLbl="bgShp" presStyleIdx="2" presStyleCnt="4"/>
      <dgm:spPr/>
    </dgm:pt>
    <dgm:pt modelId="{9A43E496-0F5C-4E18-B1C7-C15BACAF18E0}" type="pres">
      <dgm:prSet presAssocID="{F16037B5-C354-4C43-A5C9-5AA927B421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73DA12C-5734-421A-8B87-4A6BCCFDF726}" type="pres">
      <dgm:prSet presAssocID="{F16037B5-C354-4C43-A5C9-5AA927B421FD}" presName="spaceRect" presStyleCnt="0"/>
      <dgm:spPr/>
    </dgm:pt>
    <dgm:pt modelId="{42288415-B6DD-4684-B502-25FF38DF2063}" type="pres">
      <dgm:prSet presAssocID="{F16037B5-C354-4C43-A5C9-5AA927B421FD}" presName="textRect" presStyleLbl="revTx" presStyleIdx="2" presStyleCnt="4">
        <dgm:presLayoutVars>
          <dgm:chMax val="1"/>
          <dgm:chPref val="1"/>
        </dgm:presLayoutVars>
      </dgm:prSet>
      <dgm:spPr/>
    </dgm:pt>
    <dgm:pt modelId="{56AF6758-87D2-4F95-AC34-A86D9E20F1E0}" type="pres">
      <dgm:prSet presAssocID="{E8BEFBAC-075B-4A7A-B054-F0790C72A7A6}" presName="sibTrans" presStyleCnt="0"/>
      <dgm:spPr/>
    </dgm:pt>
    <dgm:pt modelId="{D60C69E5-A8A7-4CD6-AED6-4E2F9C5D48BE}" type="pres">
      <dgm:prSet presAssocID="{40DA19EC-43AF-49CC-B9EC-5C4041858C04}" presName="compNode" presStyleCnt="0"/>
      <dgm:spPr/>
    </dgm:pt>
    <dgm:pt modelId="{3371D8AD-4270-41F0-AC79-FFA6C1E23D7B}" type="pres">
      <dgm:prSet presAssocID="{40DA19EC-43AF-49CC-B9EC-5C4041858C04}" presName="iconBgRect" presStyleLbl="bgShp" presStyleIdx="3" presStyleCnt="4"/>
      <dgm:spPr/>
    </dgm:pt>
    <dgm:pt modelId="{61AD9E4E-65E2-470A-BCB9-FFC8ABEAAAC8}" type="pres">
      <dgm:prSet presAssocID="{40DA19EC-43AF-49CC-B9EC-5C4041858C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0610EA8-5D80-48CE-8DC8-ABB094F1C714}" type="pres">
      <dgm:prSet presAssocID="{40DA19EC-43AF-49CC-B9EC-5C4041858C04}" presName="spaceRect" presStyleCnt="0"/>
      <dgm:spPr/>
    </dgm:pt>
    <dgm:pt modelId="{A120FF51-EC21-4FAD-AB7E-48BDA0207760}" type="pres">
      <dgm:prSet presAssocID="{40DA19EC-43AF-49CC-B9EC-5C4041858C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ED83623-C24F-46E0-91A1-513FECB73829}" srcId="{54BD48E1-BE71-4245-B8DC-3995B87D2F2B}" destId="{F16037B5-C354-4C43-A5C9-5AA927B421FD}" srcOrd="2" destOrd="0" parTransId="{7B0C6AAF-355F-436E-9117-4C121DEF6DFA}" sibTransId="{E8BEFBAC-075B-4A7A-B054-F0790C72A7A6}"/>
    <dgm:cxn modelId="{156B443F-ABD6-4195-960D-002B86D8E4B7}" srcId="{54BD48E1-BE71-4245-B8DC-3995B87D2F2B}" destId="{EDF7B222-6C98-48D1-9508-B33B6017B48D}" srcOrd="0" destOrd="0" parTransId="{F300DB00-D3BE-440C-8A7F-E49AB81B4E49}" sibTransId="{6CBD8603-ED8C-40AF-B29B-4C2E882264D4}"/>
    <dgm:cxn modelId="{81051260-9BDA-4931-A5CC-2089DD115274}" type="presOf" srcId="{7D8E8D38-A1BF-4352-B404-BEFE3D35A73B}" destId="{C11DAFC0-93D6-4AD5-A0F9-C09A8EC58899}" srcOrd="0" destOrd="0" presId="urn:microsoft.com/office/officeart/2018/5/layout/IconCircleLabelList"/>
    <dgm:cxn modelId="{949D3455-05E1-487C-8CF7-52BDD3E1C683}" type="presOf" srcId="{EDF7B222-6C98-48D1-9508-B33B6017B48D}" destId="{E247179B-0EAB-4FC9-B962-9C682FF49A7B}" srcOrd="0" destOrd="0" presId="urn:microsoft.com/office/officeart/2018/5/layout/IconCircleLabelList"/>
    <dgm:cxn modelId="{2AFB5692-AEFC-43CA-B75B-5D112586E04A}" srcId="{54BD48E1-BE71-4245-B8DC-3995B87D2F2B}" destId="{7D8E8D38-A1BF-4352-B404-BEFE3D35A73B}" srcOrd="1" destOrd="0" parTransId="{659A3A8B-6447-4FDB-A6B2-C62BABD05DEF}" sibTransId="{DCAF2DD4-67A3-499A-BA79-51E801CBB9F6}"/>
    <dgm:cxn modelId="{D50308A5-FE22-45EA-8636-F17AD99486D0}" type="presOf" srcId="{40DA19EC-43AF-49CC-B9EC-5C4041858C04}" destId="{A120FF51-EC21-4FAD-AB7E-48BDA0207760}" srcOrd="0" destOrd="0" presId="urn:microsoft.com/office/officeart/2018/5/layout/IconCircleLabelList"/>
    <dgm:cxn modelId="{A443B5B7-6522-4157-AD5C-8FED489B1C44}" type="presOf" srcId="{54BD48E1-BE71-4245-B8DC-3995B87D2F2B}" destId="{5A614E6E-9964-4438-B08C-D4D9550CCFAB}" srcOrd="0" destOrd="0" presId="urn:microsoft.com/office/officeart/2018/5/layout/IconCircleLabelList"/>
    <dgm:cxn modelId="{F7F29AD2-57DC-4B04-A97C-BF704962C7FF}" type="presOf" srcId="{F16037B5-C354-4C43-A5C9-5AA927B421FD}" destId="{42288415-B6DD-4684-B502-25FF38DF2063}" srcOrd="0" destOrd="0" presId="urn:microsoft.com/office/officeart/2018/5/layout/IconCircleLabelList"/>
    <dgm:cxn modelId="{4E6624EA-D08D-42FC-B9CC-5201B990E971}" srcId="{54BD48E1-BE71-4245-B8DC-3995B87D2F2B}" destId="{40DA19EC-43AF-49CC-B9EC-5C4041858C04}" srcOrd="3" destOrd="0" parTransId="{2A67A683-EEEA-4E2F-81A7-55BFDA4A8646}" sibTransId="{3CEA24FD-3C45-4C77-B623-831C23CB160E}"/>
    <dgm:cxn modelId="{FF9272D2-D20D-464D-BF38-07DD0DFEF142}" type="presParOf" srcId="{5A614E6E-9964-4438-B08C-D4D9550CCFAB}" destId="{71D1E534-09B9-48FF-9810-1C22567D20F5}" srcOrd="0" destOrd="0" presId="urn:microsoft.com/office/officeart/2018/5/layout/IconCircleLabelList"/>
    <dgm:cxn modelId="{1584B89C-5A73-458C-8978-E2AB9F42D848}" type="presParOf" srcId="{71D1E534-09B9-48FF-9810-1C22567D20F5}" destId="{9E8CEB30-7C22-456B-B191-2B8EA1F4D27A}" srcOrd="0" destOrd="0" presId="urn:microsoft.com/office/officeart/2018/5/layout/IconCircleLabelList"/>
    <dgm:cxn modelId="{866C0220-1011-4412-B4F5-B8F77BA7B723}" type="presParOf" srcId="{71D1E534-09B9-48FF-9810-1C22567D20F5}" destId="{B4F1C4E9-EAC6-4BC7-B0B3-0B1B4FEDB0EF}" srcOrd="1" destOrd="0" presId="urn:microsoft.com/office/officeart/2018/5/layout/IconCircleLabelList"/>
    <dgm:cxn modelId="{62C06B3A-EB86-4D80-AE06-01918D67103E}" type="presParOf" srcId="{71D1E534-09B9-48FF-9810-1C22567D20F5}" destId="{887BB979-1D0D-4D62-B3A0-CEBD2073041D}" srcOrd="2" destOrd="0" presId="urn:microsoft.com/office/officeart/2018/5/layout/IconCircleLabelList"/>
    <dgm:cxn modelId="{474FA311-ADB4-4E06-BD4E-BDB5C4F6E665}" type="presParOf" srcId="{71D1E534-09B9-48FF-9810-1C22567D20F5}" destId="{E247179B-0EAB-4FC9-B962-9C682FF49A7B}" srcOrd="3" destOrd="0" presId="urn:microsoft.com/office/officeart/2018/5/layout/IconCircleLabelList"/>
    <dgm:cxn modelId="{8EDEF751-F4E1-4410-A6E2-10FD2F035B20}" type="presParOf" srcId="{5A614E6E-9964-4438-B08C-D4D9550CCFAB}" destId="{07937F8D-E758-4156-8210-7793E60B7A1A}" srcOrd="1" destOrd="0" presId="urn:microsoft.com/office/officeart/2018/5/layout/IconCircleLabelList"/>
    <dgm:cxn modelId="{65082E11-37D2-495C-96D9-C19D8BA62E7D}" type="presParOf" srcId="{5A614E6E-9964-4438-B08C-D4D9550CCFAB}" destId="{B1F26582-D615-4EE7-A6F3-F385E319A273}" srcOrd="2" destOrd="0" presId="urn:microsoft.com/office/officeart/2018/5/layout/IconCircleLabelList"/>
    <dgm:cxn modelId="{443A0B50-4566-4EF9-B764-30F936609CC0}" type="presParOf" srcId="{B1F26582-D615-4EE7-A6F3-F385E319A273}" destId="{8253EBBA-11A2-48E7-A8B1-8915D5B7F250}" srcOrd="0" destOrd="0" presId="urn:microsoft.com/office/officeart/2018/5/layout/IconCircleLabelList"/>
    <dgm:cxn modelId="{007EF649-03B3-4C83-9541-2FD2987414E8}" type="presParOf" srcId="{B1F26582-D615-4EE7-A6F3-F385E319A273}" destId="{58948F62-B7C4-4778-87F8-515F2DBD346F}" srcOrd="1" destOrd="0" presId="urn:microsoft.com/office/officeart/2018/5/layout/IconCircleLabelList"/>
    <dgm:cxn modelId="{FAB0745C-86AB-4035-A0AE-83F7A6E545A6}" type="presParOf" srcId="{B1F26582-D615-4EE7-A6F3-F385E319A273}" destId="{2F574AB2-25AB-4AFD-B14F-425102E5C153}" srcOrd="2" destOrd="0" presId="urn:microsoft.com/office/officeart/2018/5/layout/IconCircleLabelList"/>
    <dgm:cxn modelId="{A3AEEE74-24B5-4EFD-BD78-D100ADDCEB11}" type="presParOf" srcId="{B1F26582-D615-4EE7-A6F3-F385E319A273}" destId="{C11DAFC0-93D6-4AD5-A0F9-C09A8EC58899}" srcOrd="3" destOrd="0" presId="urn:microsoft.com/office/officeart/2018/5/layout/IconCircleLabelList"/>
    <dgm:cxn modelId="{D5C41B41-E87A-4DE0-AA48-36C191BA9C2E}" type="presParOf" srcId="{5A614E6E-9964-4438-B08C-D4D9550CCFAB}" destId="{3EBDE910-B4FE-4E99-86F8-8E1B916495EC}" srcOrd="3" destOrd="0" presId="urn:microsoft.com/office/officeart/2018/5/layout/IconCircleLabelList"/>
    <dgm:cxn modelId="{82271899-39AA-4B86-9C7E-A6BB069B281D}" type="presParOf" srcId="{5A614E6E-9964-4438-B08C-D4D9550CCFAB}" destId="{8B59C920-4B7F-4DAE-8D46-AB9C4DCF2D14}" srcOrd="4" destOrd="0" presId="urn:microsoft.com/office/officeart/2018/5/layout/IconCircleLabelList"/>
    <dgm:cxn modelId="{21FF2161-857B-4F8B-AA4D-8BE5586B8DB3}" type="presParOf" srcId="{8B59C920-4B7F-4DAE-8D46-AB9C4DCF2D14}" destId="{10C66C58-8A87-41C3-B7D0-F9664EEC2BFC}" srcOrd="0" destOrd="0" presId="urn:microsoft.com/office/officeart/2018/5/layout/IconCircleLabelList"/>
    <dgm:cxn modelId="{86BACD25-A773-44B0-943C-C1FFB92A3023}" type="presParOf" srcId="{8B59C920-4B7F-4DAE-8D46-AB9C4DCF2D14}" destId="{9A43E496-0F5C-4E18-B1C7-C15BACAF18E0}" srcOrd="1" destOrd="0" presId="urn:microsoft.com/office/officeart/2018/5/layout/IconCircleLabelList"/>
    <dgm:cxn modelId="{48B06F7D-C4CD-4338-94A6-A834A46E6D88}" type="presParOf" srcId="{8B59C920-4B7F-4DAE-8D46-AB9C4DCF2D14}" destId="{173DA12C-5734-421A-8B87-4A6BCCFDF726}" srcOrd="2" destOrd="0" presId="urn:microsoft.com/office/officeart/2018/5/layout/IconCircleLabelList"/>
    <dgm:cxn modelId="{1580B6DF-D68F-4A01-9BFD-95981D44655A}" type="presParOf" srcId="{8B59C920-4B7F-4DAE-8D46-AB9C4DCF2D14}" destId="{42288415-B6DD-4684-B502-25FF38DF2063}" srcOrd="3" destOrd="0" presId="urn:microsoft.com/office/officeart/2018/5/layout/IconCircleLabelList"/>
    <dgm:cxn modelId="{EB03DAD2-57D0-4681-94DA-C05F7E63B35B}" type="presParOf" srcId="{5A614E6E-9964-4438-B08C-D4D9550CCFAB}" destId="{56AF6758-87D2-4F95-AC34-A86D9E20F1E0}" srcOrd="5" destOrd="0" presId="urn:microsoft.com/office/officeart/2018/5/layout/IconCircleLabelList"/>
    <dgm:cxn modelId="{C592A37A-E8B5-4DD6-93BE-6F5AA8C5EB97}" type="presParOf" srcId="{5A614E6E-9964-4438-B08C-D4D9550CCFAB}" destId="{D60C69E5-A8A7-4CD6-AED6-4E2F9C5D48BE}" srcOrd="6" destOrd="0" presId="urn:microsoft.com/office/officeart/2018/5/layout/IconCircleLabelList"/>
    <dgm:cxn modelId="{729FF31F-4312-4383-BD14-330C3181DF66}" type="presParOf" srcId="{D60C69E5-A8A7-4CD6-AED6-4E2F9C5D48BE}" destId="{3371D8AD-4270-41F0-AC79-FFA6C1E23D7B}" srcOrd="0" destOrd="0" presId="urn:microsoft.com/office/officeart/2018/5/layout/IconCircleLabelList"/>
    <dgm:cxn modelId="{C1216765-A4C0-4B46-8653-C19AB0CFF4AE}" type="presParOf" srcId="{D60C69E5-A8A7-4CD6-AED6-4E2F9C5D48BE}" destId="{61AD9E4E-65E2-470A-BCB9-FFC8ABEAAAC8}" srcOrd="1" destOrd="0" presId="urn:microsoft.com/office/officeart/2018/5/layout/IconCircleLabelList"/>
    <dgm:cxn modelId="{249139E7-7963-49F7-85D0-44B3E4E77F6D}" type="presParOf" srcId="{D60C69E5-A8A7-4CD6-AED6-4E2F9C5D48BE}" destId="{E0610EA8-5D80-48CE-8DC8-ABB094F1C714}" srcOrd="2" destOrd="0" presId="urn:microsoft.com/office/officeart/2018/5/layout/IconCircleLabelList"/>
    <dgm:cxn modelId="{206868EA-37DA-4D0D-AA60-FC87B4B898AB}" type="presParOf" srcId="{D60C69E5-A8A7-4CD6-AED6-4E2F9C5D48BE}" destId="{A120FF51-EC21-4FAD-AB7E-48BDA02077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FC869B-2429-469A-A8A1-346FB91096F8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A826098-FB74-4990-BBDB-2BD11157A831}">
      <dgm:prSet/>
      <dgm:spPr/>
      <dgm:t>
        <a:bodyPr/>
        <a:lstStyle/>
        <a:p>
          <a:r>
            <a:rPr lang="en-US"/>
            <a:t>Select the cells you want to document</a:t>
          </a:r>
        </a:p>
      </dgm:t>
    </dgm:pt>
    <dgm:pt modelId="{C7433210-3E46-4DB0-BE9D-E76911D5D860}" type="parTrans" cxnId="{31F71D91-DAE1-47CA-8644-AC24F3B32CF1}">
      <dgm:prSet/>
      <dgm:spPr/>
      <dgm:t>
        <a:bodyPr/>
        <a:lstStyle/>
        <a:p>
          <a:endParaRPr lang="en-US"/>
        </a:p>
      </dgm:t>
    </dgm:pt>
    <dgm:pt modelId="{557BEADA-B798-44B2-AEF7-41522F7E7015}" type="sibTrans" cxnId="{31F71D91-DAE1-47CA-8644-AC24F3B32CF1}">
      <dgm:prSet/>
      <dgm:spPr/>
      <dgm:t>
        <a:bodyPr/>
        <a:lstStyle/>
        <a:p>
          <a:endParaRPr lang="en-US"/>
        </a:p>
      </dgm:t>
    </dgm:pt>
    <dgm:pt modelId="{E81EC44F-89DB-46DF-AF32-48BA39EFC078}">
      <dgm:prSet/>
      <dgm:spPr/>
      <dgm:t>
        <a:bodyPr/>
        <a:lstStyle/>
        <a:p>
          <a:r>
            <a:rPr lang="en-US"/>
            <a:t>Choose your language preference</a:t>
          </a:r>
        </a:p>
      </dgm:t>
    </dgm:pt>
    <dgm:pt modelId="{5A6B9E96-B0D0-438D-A2D4-06D933D7A52B}" type="parTrans" cxnId="{8D85037D-5CD3-4746-A966-CDC7FB5E2AE8}">
      <dgm:prSet/>
      <dgm:spPr/>
      <dgm:t>
        <a:bodyPr/>
        <a:lstStyle/>
        <a:p>
          <a:endParaRPr lang="en-US"/>
        </a:p>
      </dgm:t>
    </dgm:pt>
    <dgm:pt modelId="{A71EF279-B772-43F8-B134-31B35D3BCF20}" type="sibTrans" cxnId="{8D85037D-5CD3-4746-A966-CDC7FB5E2AE8}">
      <dgm:prSet/>
      <dgm:spPr/>
      <dgm:t>
        <a:bodyPr/>
        <a:lstStyle/>
        <a:p>
          <a:endParaRPr lang="en-US"/>
        </a:p>
      </dgm:t>
    </dgm:pt>
    <dgm:pt modelId="{030AE319-921D-46F7-A783-ACD475ED8DFA}">
      <dgm:prSet/>
      <dgm:spPr/>
      <dgm:t>
        <a:bodyPr/>
        <a:lstStyle/>
        <a:p>
          <a:r>
            <a:rPr lang="en-US"/>
            <a:t>AI analyzes each cell's content and purpose</a:t>
          </a:r>
        </a:p>
      </dgm:t>
    </dgm:pt>
    <dgm:pt modelId="{8E4CA538-DC9E-400C-8126-65D51426677F}" type="parTrans" cxnId="{D854D553-BB1B-4CD0-A926-E6D141CC7726}">
      <dgm:prSet/>
      <dgm:spPr/>
      <dgm:t>
        <a:bodyPr/>
        <a:lstStyle/>
        <a:p>
          <a:endParaRPr lang="en-US"/>
        </a:p>
      </dgm:t>
    </dgm:pt>
    <dgm:pt modelId="{FA0BE8E5-7045-46DC-BA49-316C2423A6D2}" type="sibTrans" cxnId="{D854D553-BB1B-4CD0-A926-E6D141CC7726}">
      <dgm:prSet/>
      <dgm:spPr/>
      <dgm:t>
        <a:bodyPr/>
        <a:lstStyle/>
        <a:p>
          <a:endParaRPr lang="en-US"/>
        </a:p>
      </dgm:t>
    </dgm:pt>
    <dgm:pt modelId="{9C1B9DC6-C79D-4E10-9A6E-372094B5281B}">
      <dgm:prSet/>
      <dgm:spPr/>
      <dgm:t>
        <a:bodyPr/>
        <a:lstStyle/>
        <a:p>
          <a:r>
            <a:rPr lang="en-US"/>
            <a:t>Automatically adds helpful comments to every selected cell</a:t>
          </a:r>
        </a:p>
      </dgm:t>
    </dgm:pt>
    <dgm:pt modelId="{19DBB51B-AA9E-47FC-81F3-934E844E1CB9}" type="parTrans" cxnId="{30C79350-7A8F-4AE1-A9C6-A29E894CFCE5}">
      <dgm:prSet/>
      <dgm:spPr/>
      <dgm:t>
        <a:bodyPr/>
        <a:lstStyle/>
        <a:p>
          <a:endParaRPr lang="en-US"/>
        </a:p>
      </dgm:t>
    </dgm:pt>
    <dgm:pt modelId="{DECFD33C-E308-485E-AD99-5E87DD3B0EE7}" type="sibTrans" cxnId="{30C79350-7A8F-4AE1-A9C6-A29E894CFCE5}">
      <dgm:prSet/>
      <dgm:spPr/>
      <dgm:t>
        <a:bodyPr/>
        <a:lstStyle/>
        <a:p>
          <a:endParaRPr lang="en-US"/>
        </a:p>
      </dgm:t>
    </dgm:pt>
    <dgm:pt modelId="{D2DF7BC8-DAB1-49E5-B53F-18DDEF59AC10}" type="pres">
      <dgm:prSet presAssocID="{5CFC869B-2429-469A-A8A1-346FB91096F8}" presName="matrix" presStyleCnt="0">
        <dgm:presLayoutVars>
          <dgm:chMax val="1"/>
          <dgm:dir/>
          <dgm:resizeHandles val="exact"/>
        </dgm:presLayoutVars>
      </dgm:prSet>
      <dgm:spPr/>
    </dgm:pt>
    <dgm:pt modelId="{B4BA63E5-29B9-455A-A8F7-6FEF21FEF250}" type="pres">
      <dgm:prSet presAssocID="{5CFC869B-2429-469A-A8A1-346FB91096F8}" presName="axisShape" presStyleLbl="bgShp" presStyleIdx="0" presStyleCnt="1"/>
      <dgm:spPr/>
    </dgm:pt>
    <dgm:pt modelId="{D2810298-81CB-49E7-9E7F-A8C6192BC978}" type="pres">
      <dgm:prSet presAssocID="{5CFC869B-2429-469A-A8A1-346FB91096F8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FFA0DB0-A350-45B2-AB06-929DB864C080}" type="pres">
      <dgm:prSet presAssocID="{5CFC869B-2429-469A-A8A1-346FB91096F8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D319E26-6A30-46DD-9109-9C9962445FEF}" type="pres">
      <dgm:prSet presAssocID="{5CFC869B-2429-469A-A8A1-346FB91096F8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3465A85-4941-4D54-BF4D-F766ADFF44A5}" type="pres">
      <dgm:prSet presAssocID="{5CFC869B-2429-469A-A8A1-346FB91096F8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CFDB729-71BC-4F65-BC1F-ACA568001312}" type="presOf" srcId="{1A826098-FB74-4990-BBDB-2BD11157A831}" destId="{D2810298-81CB-49E7-9E7F-A8C6192BC978}" srcOrd="0" destOrd="0" presId="urn:microsoft.com/office/officeart/2005/8/layout/matrix2"/>
    <dgm:cxn modelId="{DB7CE268-9CF6-4EF2-A6EC-14C5EDF952AB}" type="presOf" srcId="{9C1B9DC6-C79D-4E10-9A6E-372094B5281B}" destId="{13465A85-4941-4D54-BF4D-F766ADFF44A5}" srcOrd="0" destOrd="0" presId="urn:microsoft.com/office/officeart/2005/8/layout/matrix2"/>
    <dgm:cxn modelId="{30C79350-7A8F-4AE1-A9C6-A29E894CFCE5}" srcId="{5CFC869B-2429-469A-A8A1-346FB91096F8}" destId="{9C1B9DC6-C79D-4E10-9A6E-372094B5281B}" srcOrd="3" destOrd="0" parTransId="{19DBB51B-AA9E-47FC-81F3-934E844E1CB9}" sibTransId="{DECFD33C-E308-485E-AD99-5E87DD3B0EE7}"/>
    <dgm:cxn modelId="{D854D553-BB1B-4CD0-A926-E6D141CC7726}" srcId="{5CFC869B-2429-469A-A8A1-346FB91096F8}" destId="{030AE319-921D-46F7-A783-ACD475ED8DFA}" srcOrd="2" destOrd="0" parTransId="{8E4CA538-DC9E-400C-8126-65D51426677F}" sibTransId="{FA0BE8E5-7045-46DC-BA49-316C2423A6D2}"/>
    <dgm:cxn modelId="{559C5F55-9F9D-4ACE-85E4-1A59679AF9AC}" type="presOf" srcId="{E81EC44F-89DB-46DF-AF32-48BA39EFC078}" destId="{0FFA0DB0-A350-45B2-AB06-929DB864C080}" srcOrd="0" destOrd="0" presId="urn:microsoft.com/office/officeart/2005/8/layout/matrix2"/>
    <dgm:cxn modelId="{8D85037D-5CD3-4746-A966-CDC7FB5E2AE8}" srcId="{5CFC869B-2429-469A-A8A1-346FB91096F8}" destId="{E81EC44F-89DB-46DF-AF32-48BA39EFC078}" srcOrd="1" destOrd="0" parTransId="{5A6B9E96-B0D0-438D-A2D4-06D933D7A52B}" sibTransId="{A71EF279-B772-43F8-B134-31B35D3BCF20}"/>
    <dgm:cxn modelId="{31F71D91-DAE1-47CA-8644-AC24F3B32CF1}" srcId="{5CFC869B-2429-469A-A8A1-346FB91096F8}" destId="{1A826098-FB74-4990-BBDB-2BD11157A831}" srcOrd="0" destOrd="0" parTransId="{C7433210-3E46-4DB0-BE9D-E76911D5D860}" sibTransId="{557BEADA-B798-44B2-AEF7-41522F7E7015}"/>
    <dgm:cxn modelId="{3A0F92E4-319F-4722-83AC-AB94D79EE220}" type="presOf" srcId="{5CFC869B-2429-469A-A8A1-346FB91096F8}" destId="{D2DF7BC8-DAB1-49E5-B53F-18DDEF59AC10}" srcOrd="0" destOrd="0" presId="urn:microsoft.com/office/officeart/2005/8/layout/matrix2"/>
    <dgm:cxn modelId="{5D95EAF3-69B4-4B77-BD78-BABFED811434}" type="presOf" srcId="{030AE319-921D-46F7-A783-ACD475ED8DFA}" destId="{AD319E26-6A30-46DD-9109-9C9962445FEF}" srcOrd="0" destOrd="0" presId="urn:microsoft.com/office/officeart/2005/8/layout/matrix2"/>
    <dgm:cxn modelId="{2A3D5988-3394-439E-BC1D-6393539E45F0}" type="presParOf" srcId="{D2DF7BC8-DAB1-49E5-B53F-18DDEF59AC10}" destId="{B4BA63E5-29B9-455A-A8F7-6FEF21FEF250}" srcOrd="0" destOrd="0" presId="urn:microsoft.com/office/officeart/2005/8/layout/matrix2"/>
    <dgm:cxn modelId="{65B4F803-8F1E-4123-829C-E77B022FB408}" type="presParOf" srcId="{D2DF7BC8-DAB1-49E5-B53F-18DDEF59AC10}" destId="{D2810298-81CB-49E7-9E7F-A8C6192BC978}" srcOrd="1" destOrd="0" presId="urn:microsoft.com/office/officeart/2005/8/layout/matrix2"/>
    <dgm:cxn modelId="{2CB612DF-7E71-48A5-A9DD-CA6F78D44B23}" type="presParOf" srcId="{D2DF7BC8-DAB1-49E5-B53F-18DDEF59AC10}" destId="{0FFA0DB0-A350-45B2-AB06-929DB864C080}" srcOrd="2" destOrd="0" presId="urn:microsoft.com/office/officeart/2005/8/layout/matrix2"/>
    <dgm:cxn modelId="{764B6256-96DE-4300-B55B-D111AF50F810}" type="presParOf" srcId="{D2DF7BC8-DAB1-49E5-B53F-18DDEF59AC10}" destId="{AD319E26-6A30-46DD-9109-9C9962445FEF}" srcOrd="3" destOrd="0" presId="urn:microsoft.com/office/officeart/2005/8/layout/matrix2"/>
    <dgm:cxn modelId="{FAADE0F2-7147-4987-A053-B9947D070B65}" type="presParOf" srcId="{D2DF7BC8-DAB1-49E5-B53F-18DDEF59AC10}" destId="{13465A85-4941-4D54-BF4D-F766ADFF44A5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0928AC2-85FC-4FF3-A8F1-FC1EDFF4B2E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1D114A-F667-4F8B-BAC3-A30B0EFA3E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Automatically document complex spreadsheets</a:t>
          </a:r>
        </a:p>
      </dgm:t>
    </dgm:pt>
    <dgm:pt modelId="{B06A3F37-B9BA-4403-917F-15E598E55790}" type="parTrans" cxnId="{DA255639-2275-4F2A-90C7-38E7CCCB9B13}">
      <dgm:prSet/>
      <dgm:spPr/>
      <dgm:t>
        <a:bodyPr/>
        <a:lstStyle/>
        <a:p>
          <a:endParaRPr lang="en-US"/>
        </a:p>
      </dgm:t>
    </dgm:pt>
    <dgm:pt modelId="{AABCFCD6-3846-426C-8A69-AD24AD2B1E4E}" type="sibTrans" cxnId="{DA255639-2275-4F2A-90C7-38E7CCCB9B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5A0838-8953-4985-85E1-CBB10F089F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Explain formulas for future reference</a:t>
          </a:r>
        </a:p>
      </dgm:t>
    </dgm:pt>
    <dgm:pt modelId="{629115E4-8223-4923-A44F-626942AA5F14}" type="parTrans" cxnId="{E72239B3-9D2E-42DF-9F48-604EEFDCB106}">
      <dgm:prSet/>
      <dgm:spPr/>
      <dgm:t>
        <a:bodyPr/>
        <a:lstStyle/>
        <a:p>
          <a:endParaRPr lang="en-US"/>
        </a:p>
      </dgm:t>
    </dgm:pt>
    <dgm:pt modelId="{58D8508D-70A9-4F84-AC60-28274A8AA143}" type="sibTrans" cxnId="{E72239B3-9D2E-42DF-9F48-604EEFDCB1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541F6F-2FF1-4660-947C-7DBF633B8C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Multi-language comments for diverse teams</a:t>
          </a:r>
        </a:p>
      </dgm:t>
    </dgm:pt>
    <dgm:pt modelId="{746654C3-FD08-4AF3-9E37-552E48F6DB0B}" type="parTrans" cxnId="{AE017A86-CE34-4EBB-8EFA-2663ECF75ECB}">
      <dgm:prSet/>
      <dgm:spPr/>
      <dgm:t>
        <a:bodyPr/>
        <a:lstStyle/>
        <a:p>
          <a:endParaRPr lang="en-US"/>
        </a:p>
      </dgm:t>
    </dgm:pt>
    <dgm:pt modelId="{0027C0BE-D09B-4124-97AF-2A99799CBD2B}" type="sibTrans" cxnId="{AE017A86-CE34-4EBB-8EFA-2663ECF75E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5A563E-1141-4AAF-97B2-FC007A98B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Great for audit trails and compliance</a:t>
          </a:r>
        </a:p>
      </dgm:t>
    </dgm:pt>
    <dgm:pt modelId="{57BD7BF7-2E8A-4F54-A664-4383B6098651}" type="parTrans" cxnId="{78A48AE2-5FEA-4368-92CE-A1EC5DC00578}">
      <dgm:prSet/>
      <dgm:spPr/>
      <dgm:t>
        <a:bodyPr/>
        <a:lstStyle/>
        <a:p>
          <a:endParaRPr lang="en-US"/>
        </a:p>
      </dgm:t>
    </dgm:pt>
    <dgm:pt modelId="{1822BAE9-730D-439A-B5D3-2CFBA58153E7}" type="sibTrans" cxnId="{78A48AE2-5FEA-4368-92CE-A1EC5DC005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B211CF-55F9-4281-93FA-8445D53D28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spreadsheets self-explanatory</a:t>
          </a:r>
        </a:p>
      </dgm:t>
    </dgm:pt>
    <dgm:pt modelId="{E0652514-F1EE-402B-843B-D72EB6943D57}" type="parTrans" cxnId="{67A9D71E-6359-41F3-AED4-CBDFB0593169}">
      <dgm:prSet/>
      <dgm:spPr/>
      <dgm:t>
        <a:bodyPr/>
        <a:lstStyle/>
        <a:p>
          <a:endParaRPr lang="en-US"/>
        </a:p>
      </dgm:t>
    </dgm:pt>
    <dgm:pt modelId="{1BC84B5F-87F0-4F59-9E68-F41651AF54B3}" type="sibTrans" cxnId="{67A9D71E-6359-41F3-AED4-CBDFB059316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996BE5-4A24-47EF-9F2D-A15F2D1EC6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Gets Commented:</a:t>
          </a:r>
        </a:p>
      </dgm:t>
    </dgm:pt>
    <dgm:pt modelId="{8A71BB8D-E100-4801-AFC3-7391A155A273}" type="parTrans" cxnId="{4FE06BE2-D1BD-49B1-98A3-E80279F59D36}">
      <dgm:prSet/>
      <dgm:spPr/>
      <dgm:t>
        <a:bodyPr/>
        <a:lstStyle/>
        <a:p>
          <a:endParaRPr lang="en-US"/>
        </a:p>
      </dgm:t>
    </dgm:pt>
    <dgm:pt modelId="{FBB43C8D-D249-44B4-99AB-5436115DF3E3}" type="sibTrans" cxnId="{4FE06BE2-D1BD-49B1-98A3-E80279F59D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2AC7DA-4026-41FF-82A6-5B74AA8261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Formulas: Explains what the formula calculates</a:t>
          </a:r>
        </a:p>
      </dgm:t>
    </dgm:pt>
    <dgm:pt modelId="{F70B1865-B3DE-4DD4-ABF3-2DDD9C193617}" type="parTrans" cxnId="{D41B9E19-4E4D-49F4-A085-F6C86E4A2D4C}">
      <dgm:prSet/>
      <dgm:spPr/>
      <dgm:t>
        <a:bodyPr/>
        <a:lstStyle/>
        <a:p>
          <a:endParaRPr lang="en-US"/>
        </a:p>
      </dgm:t>
    </dgm:pt>
    <dgm:pt modelId="{2DE3443F-E4D2-4701-BE2A-108DB7825CD4}" type="sibTrans" cxnId="{D41B9E19-4E4D-49F4-A085-F6C86E4A2D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4969A3-35AF-4E1F-A239-B841CDA98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Data: Describes what the value represents</a:t>
          </a:r>
        </a:p>
      </dgm:t>
    </dgm:pt>
    <dgm:pt modelId="{E92D019B-D05A-4E66-BDA0-820D3DC6B334}" type="parTrans" cxnId="{FB8FEC26-8D00-4713-881B-81996669B342}">
      <dgm:prSet/>
      <dgm:spPr/>
      <dgm:t>
        <a:bodyPr/>
        <a:lstStyle/>
        <a:p>
          <a:endParaRPr lang="en-US"/>
        </a:p>
      </dgm:t>
    </dgm:pt>
    <dgm:pt modelId="{7E55FB33-B8F2-4307-A4F7-8017994C2A87}" type="sibTrans" cxnId="{FB8FEC26-8D00-4713-881B-81996669B342}">
      <dgm:prSet/>
      <dgm:spPr/>
      <dgm:t>
        <a:bodyPr/>
        <a:lstStyle/>
        <a:p>
          <a:endParaRPr lang="en-US"/>
        </a:p>
      </dgm:t>
    </dgm:pt>
    <dgm:pt modelId="{58461C2C-BF0E-4E8B-9F60-09CDA22B938A}" type="pres">
      <dgm:prSet presAssocID="{90928AC2-85FC-4FF3-A8F1-FC1EDFF4B2E9}" presName="root" presStyleCnt="0">
        <dgm:presLayoutVars>
          <dgm:dir/>
          <dgm:resizeHandles val="exact"/>
        </dgm:presLayoutVars>
      </dgm:prSet>
      <dgm:spPr/>
    </dgm:pt>
    <dgm:pt modelId="{ED07A7FE-09E6-4DA8-B52F-121A9712A6C8}" type="pres">
      <dgm:prSet presAssocID="{90928AC2-85FC-4FF3-A8F1-FC1EDFF4B2E9}" presName="container" presStyleCnt="0">
        <dgm:presLayoutVars>
          <dgm:dir/>
          <dgm:resizeHandles val="exact"/>
        </dgm:presLayoutVars>
      </dgm:prSet>
      <dgm:spPr/>
    </dgm:pt>
    <dgm:pt modelId="{8DC68FDE-2A29-4884-85F4-DF4DA97B19D8}" type="pres">
      <dgm:prSet presAssocID="{151D114A-F667-4F8B-BAC3-A30B0EFA3E94}" presName="compNode" presStyleCnt="0"/>
      <dgm:spPr/>
    </dgm:pt>
    <dgm:pt modelId="{867CB229-D4BB-4F65-B6DA-314EB83A8418}" type="pres">
      <dgm:prSet presAssocID="{151D114A-F667-4F8B-BAC3-A30B0EFA3E94}" presName="iconBgRect" presStyleLbl="bgShp" presStyleIdx="0" presStyleCnt="8"/>
      <dgm:spPr/>
    </dgm:pt>
    <dgm:pt modelId="{D14102EF-F975-4EF2-ABE6-EBA425D0B4D4}" type="pres">
      <dgm:prSet presAssocID="{151D114A-F667-4F8B-BAC3-A30B0EFA3E9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CB4FA9D-65EF-4EF6-A739-CBB48F0E37E4}" type="pres">
      <dgm:prSet presAssocID="{151D114A-F667-4F8B-BAC3-A30B0EFA3E94}" presName="spaceRect" presStyleCnt="0"/>
      <dgm:spPr/>
    </dgm:pt>
    <dgm:pt modelId="{4AAF4139-8B99-4EAF-93F1-326A120841B7}" type="pres">
      <dgm:prSet presAssocID="{151D114A-F667-4F8B-BAC3-A30B0EFA3E94}" presName="textRect" presStyleLbl="revTx" presStyleIdx="0" presStyleCnt="8">
        <dgm:presLayoutVars>
          <dgm:chMax val="1"/>
          <dgm:chPref val="1"/>
        </dgm:presLayoutVars>
      </dgm:prSet>
      <dgm:spPr/>
    </dgm:pt>
    <dgm:pt modelId="{4439010E-7699-4B4A-B9BC-91942754F2C0}" type="pres">
      <dgm:prSet presAssocID="{AABCFCD6-3846-426C-8A69-AD24AD2B1E4E}" presName="sibTrans" presStyleLbl="sibTrans2D1" presStyleIdx="0" presStyleCnt="0"/>
      <dgm:spPr/>
    </dgm:pt>
    <dgm:pt modelId="{9E9647BA-043B-49AD-B8FB-F045589C8098}" type="pres">
      <dgm:prSet presAssocID="{F15A0838-8953-4985-85E1-CBB10F089F7B}" presName="compNode" presStyleCnt="0"/>
      <dgm:spPr/>
    </dgm:pt>
    <dgm:pt modelId="{8BA9C13E-E01C-49FE-9615-12C2E971AA59}" type="pres">
      <dgm:prSet presAssocID="{F15A0838-8953-4985-85E1-CBB10F089F7B}" presName="iconBgRect" presStyleLbl="bgShp" presStyleIdx="1" presStyleCnt="8"/>
      <dgm:spPr/>
    </dgm:pt>
    <dgm:pt modelId="{68A90B21-314E-4586-ADE1-98E944F661B7}" type="pres">
      <dgm:prSet presAssocID="{F15A0838-8953-4985-85E1-CBB10F089F7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A501BBBC-8DBB-44D9-BFFB-28FFF32809EA}" type="pres">
      <dgm:prSet presAssocID="{F15A0838-8953-4985-85E1-CBB10F089F7B}" presName="spaceRect" presStyleCnt="0"/>
      <dgm:spPr/>
    </dgm:pt>
    <dgm:pt modelId="{855B7C16-8D9B-4387-BDE5-0DDF6CB2A4A1}" type="pres">
      <dgm:prSet presAssocID="{F15A0838-8953-4985-85E1-CBB10F089F7B}" presName="textRect" presStyleLbl="revTx" presStyleIdx="1" presStyleCnt="8">
        <dgm:presLayoutVars>
          <dgm:chMax val="1"/>
          <dgm:chPref val="1"/>
        </dgm:presLayoutVars>
      </dgm:prSet>
      <dgm:spPr/>
    </dgm:pt>
    <dgm:pt modelId="{262F3603-E6EB-4F19-BB14-9CC0DECD41A6}" type="pres">
      <dgm:prSet presAssocID="{58D8508D-70A9-4F84-AC60-28274A8AA143}" presName="sibTrans" presStyleLbl="sibTrans2D1" presStyleIdx="0" presStyleCnt="0"/>
      <dgm:spPr/>
    </dgm:pt>
    <dgm:pt modelId="{3B880E0F-F997-40A1-B394-25F1B4A3E8BB}" type="pres">
      <dgm:prSet presAssocID="{25541F6F-2FF1-4660-947C-7DBF633B8C85}" presName="compNode" presStyleCnt="0"/>
      <dgm:spPr/>
    </dgm:pt>
    <dgm:pt modelId="{4A8BA17C-2EDA-4947-9400-D781E997DA21}" type="pres">
      <dgm:prSet presAssocID="{25541F6F-2FF1-4660-947C-7DBF633B8C85}" presName="iconBgRect" presStyleLbl="bgShp" presStyleIdx="2" presStyleCnt="8"/>
      <dgm:spPr/>
    </dgm:pt>
    <dgm:pt modelId="{255B1328-163B-49F2-A505-C3461AF341E6}" type="pres">
      <dgm:prSet presAssocID="{25541F6F-2FF1-4660-947C-7DBF633B8C8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0BDD275E-0A9B-4923-A6AD-41AC5211AE1C}" type="pres">
      <dgm:prSet presAssocID="{25541F6F-2FF1-4660-947C-7DBF633B8C85}" presName="spaceRect" presStyleCnt="0"/>
      <dgm:spPr/>
    </dgm:pt>
    <dgm:pt modelId="{0F98638E-55BC-442B-9027-15E5CAF190A1}" type="pres">
      <dgm:prSet presAssocID="{25541F6F-2FF1-4660-947C-7DBF633B8C85}" presName="textRect" presStyleLbl="revTx" presStyleIdx="2" presStyleCnt="8">
        <dgm:presLayoutVars>
          <dgm:chMax val="1"/>
          <dgm:chPref val="1"/>
        </dgm:presLayoutVars>
      </dgm:prSet>
      <dgm:spPr/>
    </dgm:pt>
    <dgm:pt modelId="{AEE49F59-0D95-41D9-B15B-4B2553E90419}" type="pres">
      <dgm:prSet presAssocID="{0027C0BE-D09B-4124-97AF-2A99799CBD2B}" presName="sibTrans" presStyleLbl="sibTrans2D1" presStyleIdx="0" presStyleCnt="0"/>
      <dgm:spPr/>
    </dgm:pt>
    <dgm:pt modelId="{2EE09C3F-A896-4C52-919B-85337CC04DB8}" type="pres">
      <dgm:prSet presAssocID="{AC5A563E-1141-4AAF-97B2-FC007A98BE6A}" presName="compNode" presStyleCnt="0"/>
      <dgm:spPr/>
    </dgm:pt>
    <dgm:pt modelId="{632B8A24-4E44-4C96-9156-058CF7D67815}" type="pres">
      <dgm:prSet presAssocID="{AC5A563E-1141-4AAF-97B2-FC007A98BE6A}" presName="iconBgRect" presStyleLbl="bgShp" presStyleIdx="3" presStyleCnt="8"/>
      <dgm:spPr/>
    </dgm:pt>
    <dgm:pt modelId="{2CD8FA93-3420-451A-B8A3-5FE494C34951}" type="pres">
      <dgm:prSet presAssocID="{AC5A563E-1141-4AAF-97B2-FC007A98BE6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506A9CD-A690-42BC-A61B-8A85C9E9E7E1}" type="pres">
      <dgm:prSet presAssocID="{AC5A563E-1141-4AAF-97B2-FC007A98BE6A}" presName="spaceRect" presStyleCnt="0"/>
      <dgm:spPr/>
    </dgm:pt>
    <dgm:pt modelId="{F1FCE2AA-A9DB-4C11-80F7-7395526465A9}" type="pres">
      <dgm:prSet presAssocID="{AC5A563E-1141-4AAF-97B2-FC007A98BE6A}" presName="textRect" presStyleLbl="revTx" presStyleIdx="3" presStyleCnt="8">
        <dgm:presLayoutVars>
          <dgm:chMax val="1"/>
          <dgm:chPref val="1"/>
        </dgm:presLayoutVars>
      </dgm:prSet>
      <dgm:spPr/>
    </dgm:pt>
    <dgm:pt modelId="{FE1C20D7-354A-4996-8887-FA168A0EBD62}" type="pres">
      <dgm:prSet presAssocID="{1822BAE9-730D-439A-B5D3-2CFBA58153E7}" presName="sibTrans" presStyleLbl="sibTrans2D1" presStyleIdx="0" presStyleCnt="0"/>
      <dgm:spPr/>
    </dgm:pt>
    <dgm:pt modelId="{8B52AB35-9A6A-442E-BD73-513BCAF824D6}" type="pres">
      <dgm:prSet presAssocID="{9AB211CF-55F9-4281-93FA-8445D53D2823}" presName="compNode" presStyleCnt="0"/>
      <dgm:spPr/>
    </dgm:pt>
    <dgm:pt modelId="{4A09B254-638D-48E5-9044-E3462E3A2E81}" type="pres">
      <dgm:prSet presAssocID="{9AB211CF-55F9-4281-93FA-8445D53D2823}" presName="iconBgRect" presStyleLbl="bgShp" presStyleIdx="4" presStyleCnt="8"/>
      <dgm:spPr/>
    </dgm:pt>
    <dgm:pt modelId="{6073E3FA-E8FD-42F0-BB92-F5079F0C8BD9}" type="pres">
      <dgm:prSet presAssocID="{9AB211CF-55F9-4281-93FA-8445D53D282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7A8ED39-8DA7-4C48-A7BD-AF508E2AF73C}" type="pres">
      <dgm:prSet presAssocID="{9AB211CF-55F9-4281-93FA-8445D53D2823}" presName="spaceRect" presStyleCnt="0"/>
      <dgm:spPr/>
    </dgm:pt>
    <dgm:pt modelId="{5AAF8A03-E22C-4432-B57F-75EBF6CC2195}" type="pres">
      <dgm:prSet presAssocID="{9AB211CF-55F9-4281-93FA-8445D53D2823}" presName="textRect" presStyleLbl="revTx" presStyleIdx="4" presStyleCnt="8">
        <dgm:presLayoutVars>
          <dgm:chMax val="1"/>
          <dgm:chPref val="1"/>
        </dgm:presLayoutVars>
      </dgm:prSet>
      <dgm:spPr/>
    </dgm:pt>
    <dgm:pt modelId="{9EC8E7F7-9610-4CE2-8E0D-21C8F5A532A9}" type="pres">
      <dgm:prSet presAssocID="{1BC84B5F-87F0-4F59-9E68-F41651AF54B3}" presName="sibTrans" presStyleLbl="sibTrans2D1" presStyleIdx="0" presStyleCnt="0"/>
      <dgm:spPr/>
    </dgm:pt>
    <dgm:pt modelId="{B2BC1C75-AFD7-4734-95E8-E6FF0EA2F600}" type="pres">
      <dgm:prSet presAssocID="{C1996BE5-4A24-47EF-9F2D-A15F2D1EC602}" presName="compNode" presStyleCnt="0"/>
      <dgm:spPr/>
    </dgm:pt>
    <dgm:pt modelId="{F7A7A7BE-BFF1-433D-9A0C-CC6E326EDF82}" type="pres">
      <dgm:prSet presAssocID="{C1996BE5-4A24-47EF-9F2D-A15F2D1EC602}" presName="iconBgRect" presStyleLbl="bgShp" presStyleIdx="5" presStyleCnt="8"/>
      <dgm:spPr/>
    </dgm:pt>
    <dgm:pt modelId="{693EF1CF-BAE2-41B4-9941-E8FE18752514}" type="pres">
      <dgm:prSet presAssocID="{C1996BE5-4A24-47EF-9F2D-A15F2D1EC602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4E6B006-4C3F-45C2-94E5-2C2D4037A9AD}" type="pres">
      <dgm:prSet presAssocID="{C1996BE5-4A24-47EF-9F2D-A15F2D1EC602}" presName="spaceRect" presStyleCnt="0"/>
      <dgm:spPr/>
    </dgm:pt>
    <dgm:pt modelId="{683B97C1-A230-49F5-A1D7-78B4AF450A17}" type="pres">
      <dgm:prSet presAssocID="{C1996BE5-4A24-47EF-9F2D-A15F2D1EC602}" presName="textRect" presStyleLbl="revTx" presStyleIdx="5" presStyleCnt="8">
        <dgm:presLayoutVars>
          <dgm:chMax val="1"/>
          <dgm:chPref val="1"/>
        </dgm:presLayoutVars>
      </dgm:prSet>
      <dgm:spPr/>
    </dgm:pt>
    <dgm:pt modelId="{49C2699A-6F44-4208-9C62-8F525A0B1476}" type="pres">
      <dgm:prSet presAssocID="{FBB43C8D-D249-44B4-99AB-5436115DF3E3}" presName="sibTrans" presStyleLbl="sibTrans2D1" presStyleIdx="0" presStyleCnt="0"/>
      <dgm:spPr/>
    </dgm:pt>
    <dgm:pt modelId="{60571FDF-B3D3-4378-B8CB-F01A9E3226FA}" type="pres">
      <dgm:prSet presAssocID="{F42AC7DA-4026-41FF-82A6-5B74AA82613B}" presName="compNode" presStyleCnt="0"/>
      <dgm:spPr/>
    </dgm:pt>
    <dgm:pt modelId="{53227640-AC3D-46B0-9460-DCAA2D01B1D7}" type="pres">
      <dgm:prSet presAssocID="{F42AC7DA-4026-41FF-82A6-5B74AA82613B}" presName="iconBgRect" presStyleLbl="bgShp" presStyleIdx="6" presStyleCnt="8"/>
      <dgm:spPr/>
    </dgm:pt>
    <dgm:pt modelId="{C16AEE46-CEDC-4A4A-B0F8-9892B80EC640}" type="pres">
      <dgm:prSet presAssocID="{F42AC7DA-4026-41FF-82A6-5B74AA82613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593C6D1-06DE-4C79-A9E8-BE45C4AB3D4C}" type="pres">
      <dgm:prSet presAssocID="{F42AC7DA-4026-41FF-82A6-5B74AA82613B}" presName="spaceRect" presStyleCnt="0"/>
      <dgm:spPr/>
    </dgm:pt>
    <dgm:pt modelId="{1232186D-E1DB-417E-BB25-203969217E62}" type="pres">
      <dgm:prSet presAssocID="{F42AC7DA-4026-41FF-82A6-5B74AA82613B}" presName="textRect" presStyleLbl="revTx" presStyleIdx="6" presStyleCnt="8">
        <dgm:presLayoutVars>
          <dgm:chMax val="1"/>
          <dgm:chPref val="1"/>
        </dgm:presLayoutVars>
      </dgm:prSet>
      <dgm:spPr/>
    </dgm:pt>
    <dgm:pt modelId="{AB7DBF1A-2106-4EFB-985A-E2441A281567}" type="pres">
      <dgm:prSet presAssocID="{2DE3443F-E4D2-4701-BE2A-108DB7825CD4}" presName="sibTrans" presStyleLbl="sibTrans2D1" presStyleIdx="0" presStyleCnt="0"/>
      <dgm:spPr/>
    </dgm:pt>
    <dgm:pt modelId="{225F43F4-9171-4434-BDB3-1136B4A6F05A}" type="pres">
      <dgm:prSet presAssocID="{894969A3-35AF-4E1F-A239-B841CDA983AE}" presName="compNode" presStyleCnt="0"/>
      <dgm:spPr/>
    </dgm:pt>
    <dgm:pt modelId="{C563C581-AA74-4BC6-86C6-E2309FF2C35F}" type="pres">
      <dgm:prSet presAssocID="{894969A3-35AF-4E1F-A239-B841CDA983AE}" presName="iconBgRect" presStyleLbl="bgShp" presStyleIdx="7" presStyleCnt="8"/>
      <dgm:spPr/>
    </dgm:pt>
    <dgm:pt modelId="{A7483117-F163-42CD-94D3-0859FE945D46}" type="pres">
      <dgm:prSet presAssocID="{894969A3-35AF-4E1F-A239-B841CDA983A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03F6EE7-DB81-4C2B-946B-A7DF31B676F2}" type="pres">
      <dgm:prSet presAssocID="{894969A3-35AF-4E1F-A239-B841CDA983AE}" presName="spaceRect" presStyleCnt="0"/>
      <dgm:spPr/>
    </dgm:pt>
    <dgm:pt modelId="{60979FBC-C01C-4841-AE0B-FDF87EAA3834}" type="pres">
      <dgm:prSet presAssocID="{894969A3-35AF-4E1F-A239-B841CDA983AE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79926301-18F9-4CBD-A9DF-DE0B7357C3F6}" type="presOf" srcId="{F15A0838-8953-4985-85E1-CBB10F089F7B}" destId="{855B7C16-8D9B-4387-BDE5-0DDF6CB2A4A1}" srcOrd="0" destOrd="0" presId="urn:microsoft.com/office/officeart/2018/2/layout/IconCircleList"/>
    <dgm:cxn modelId="{56E17807-9B78-43F1-AB27-06DD9AC4D22F}" type="presOf" srcId="{9AB211CF-55F9-4281-93FA-8445D53D2823}" destId="{5AAF8A03-E22C-4432-B57F-75EBF6CC2195}" srcOrd="0" destOrd="0" presId="urn:microsoft.com/office/officeart/2018/2/layout/IconCircleList"/>
    <dgm:cxn modelId="{49B41F0F-8AE0-4E28-85E8-120BF1264369}" type="presOf" srcId="{FBB43C8D-D249-44B4-99AB-5436115DF3E3}" destId="{49C2699A-6F44-4208-9C62-8F525A0B1476}" srcOrd="0" destOrd="0" presId="urn:microsoft.com/office/officeart/2018/2/layout/IconCircleList"/>
    <dgm:cxn modelId="{D41B9E19-4E4D-49F4-A085-F6C86E4A2D4C}" srcId="{90928AC2-85FC-4FF3-A8F1-FC1EDFF4B2E9}" destId="{F42AC7DA-4026-41FF-82A6-5B74AA82613B}" srcOrd="6" destOrd="0" parTransId="{F70B1865-B3DE-4DD4-ABF3-2DDD9C193617}" sibTransId="{2DE3443F-E4D2-4701-BE2A-108DB7825CD4}"/>
    <dgm:cxn modelId="{67A9D71E-6359-41F3-AED4-CBDFB0593169}" srcId="{90928AC2-85FC-4FF3-A8F1-FC1EDFF4B2E9}" destId="{9AB211CF-55F9-4281-93FA-8445D53D2823}" srcOrd="4" destOrd="0" parTransId="{E0652514-F1EE-402B-843B-D72EB6943D57}" sibTransId="{1BC84B5F-87F0-4F59-9E68-F41651AF54B3}"/>
    <dgm:cxn modelId="{AF354525-0998-4FC2-954F-D9E36D6CE9A0}" type="presOf" srcId="{90928AC2-85FC-4FF3-A8F1-FC1EDFF4B2E9}" destId="{58461C2C-BF0E-4E8B-9F60-09CDA22B938A}" srcOrd="0" destOrd="0" presId="urn:microsoft.com/office/officeart/2018/2/layout/IconCircleList"/>
    <dgm:cxn modelId="{FB8FEC26-8D00-4713-881B-81996669B342}" srcId="{90928AC2-85FC-4FF3-A8F1-FC1EDFF4B2E9}" destId="{894969A3-35AF-4E1F-A239-B841CDA983AE}" srcOrd="7" destOrd="0" parTransId="{E92D019B-D05A-4E66-BDA0-820D3DC6B334}" sibTransId="{7E55FB33-B8F2-4307-A4F7-8017994C2A87}"/>
    <dgm:cxn modelId="{DA255639-2275-4F2A-90C7-38E7CCCB9B13}" srcId="{90928AC2-85FC-4FF3-A8F1-FC1EDFF4B2E9}" destId="{151D114A-F667-4F8B-BAC3-A30B0EFA3E94}" srcOrd="0" destOrd="0" parTransId="{B06A3F37-B9BA-4403-917F-15E598E55790}" sibTransId="{AABCFCD6-3846-426C-8A69-AD24AD2B1E4E}"/>
    <dgm:cxn modelId="{C2917639-515B-4932-8D80-04E3BA25196B}" type="presOf" srcId="{1822BAE9-730D-439A-B5D3-2CFBA58153E7}" destId="{FE1C20D7-354A-4996-8887-FA168A0EBD62}" srcOrd="0" destOrd="0" presId="urn:microsoft.com/office/officeart/2018/2/layout/IconCircleList"/>
    <dgm:cxn modelId="{036EAE62-F2A4-4C10-9FB8-E739BCF75079}" type="presOf" srcId="{2DE3443F-E4D2-4701-BE2A-108DB7825CD4}" destId="{AB7DBF1A-2106-4EFB-985A-E2441A281567}" srcOrd="0" destOrd="0" presId="urn:microsoft.com/office/officeart/2018/2/layout/IconCircleList"/>
    <dgm:cxn modelId="{C5B23B4D-75D7-4E9F-86E7-E2AD47025297}" type="presOf" srcId="{58D8508D-70A9-4F84-AC60-28274A8AA143}" destId="{262F3603-E6EB-4F19-BB14-9CC0DECD41A6}" srcOrd="0" destOrd="0" presId="urn:microsoft.com/office/officeart/2018/2/layout/IconCircleList"/>
    <dgm:cxn modelId="{FF495751-9655-4C00-BB26-F286196DB8EF}" type="presOf" srcId="{AABCFCD6-3846-426C-8A69-AD24AD2B1E4E}" destId="{4439010E-7699-4B4A-B9BC-91942754F2C0}" srcOrd="0" destOrd="0" presId="urn:microsoft.com/office/officeart/2018/2/layout/IconCircleList"/>
    <dgm:cxn modelId="{935C7B51-24B4-4447-AD2D-F18F0E60B6E5}" type="presOf" srcId="{F42AC7DA-4026-41FF-82A6-5B74AA82613B}" destId="{1232186D-E1DB-417E-BB25-203969217E62}" srcOrd="0" destOrd="0" presId="urn:microsoft.com/office/officeart/2018/2/layout/IconCircleList"/>
    <dgm:cxn modelId="{1B5CDB78-8449-4109-A9E0-CF5C03000F67}" type="presOf" srcId="{151D114A-F667-4F8B-BAC3-A30B0EFA3E94}" destId="{4AAF4139-8B99-4EAF-93F1-326A120841B7}" srcOrd="0" destOrd="0" presId="urn:microsoft.com/office/officeart/2018/2/layout/IconCircleList"/>
    <dgm:cxn modelId="{AE017A86-CE34-4EBB-8EFA-2663ECF75ECB}" srcId="{90928AC2-85FC-4FF3-A8F1-FC1EDFF4B2E9}" destId="{25541F6F-2FF1-4660-947C-7DBF633B8C85}" srcOrd="2" destOrd="0" parTransId="{746654C3-FD08-4AF3-9E37-552E48F6DB0B}" sibTransId="{0027C0BE-D09B-4124-97AF-2A99799CBD2B}"/>
    <dgm:cxn modelId="{D5F4108F-9D07-4B49-B7C0-74C11BAA0C80}" type="presOf" srcId="{894969A3-35AF-4E1F-A239-B841CDA983AE}" destId="{60979FBC-C01C-4841-AE0B-FDF87EAA3834}" srcOrd="0" destOrd="0" presId="urn:microsoft.com/office/officeart/2018/2/layout/IconCircleList"/>
    <dgm:cxn modelId="{1DFF989E-3D7D-4182-850D-7A43962C1661}" type="presOf" srcId="{0027C0BE-D09B-4124-97AF-2A99799CBD2B}" destId="{AEE49F59-0D95-41D9-B15B-4B2553E90419}" srcOrd="0" destOrd="0" presId="urn:microsoft.com/office/officeart/2018/2/layout/IconCircleList"/>
    <dgm:cxn modelId="{E72239B3-9D2E-42DF-9F48-604EEFDCB106}" srcId="{90928AC2-85FC-4FF3-A8F1-FC1EDFF4B2E9}" destId="{F15A0838-8953-4985-85E1-CBB10F089F7B}" srcOrd="1" destOrd="0" parTransId="{629115E4-8223-4923-A44F-626942AA5F14}" sibTransId="{58D8508D-70A9-4F84-AC60-28274A8AA143}"/>
    <dgm:cxn modelId="{048B4CBF-C0F7-4B70-85E2-E66403DE417E}" type="presOf" srcId="{1BC84B5F-87F0-4F59-9E68-F41651AF54B3}" destId="{9EC8E7F7-9610-4CE2-8E0D-21C8F5A532A9}" srcOrd="0" destOrd="0" presId="urn:microsoft.com/office/officeart/2018/2/layout/IconCircleList"/>
    <dgm:cxn modelId="{892538DC-BF90-4E35-848F-F6EAE1B06160}" type="presOf" srcId="{25541F6F-2FF1-4660-947C-7DBF633B8C85}" destId="{0F98638E-55BC-442B-9027-15E5CAF190A1}" srcOrd="0" destOrd="0" presId="urn:microsoft.com/office/officeart/2018/2/layout/IconCircleList"/>
    <dgm:cxn modelId="{4FE06BE2-D1BD-49B1-98A3-E80279F59D36}" srcId="{90928AC2-85FC-4FF3-A8F1-FC1EDFF4B2E9}" destId="{C1996BE5-4A24-47EF-9F2D-A15F2D1EC602}" srcOrd="5" destOrd="0" parTransId="{8A71BB8D-E100-4801-AFC3-7391A155A273}" sibTransId="{FBB43C8D-D249-44B4-99AB-5436115DF3E3}"/>
    <dgm:cxn modelId="{78A48AE2-5FEA-4368-92CE-A1EC5DC00578}" srcId="{90928AC2-85FC-4FF3-A8F1-FC1EDFF4B2E9}" destId="{AC5A563E-1141-4AAF-97B2-FC007A98BE6A}" srcOrd="3" destOrd="0" parTransId="{57BD7BF7-2E8A-4F54-A664-4383B6098651}" sibTransId="{1822BAE9-730D-439A-B5D3-2CFBA58153E7}"/>
    <dgm:cxn modelId="{006058E6-FA1B-4F7C-8207-FA8D30DAB4B2}" type="presOf" srcId="{C1996BE5-4A24-47EF-9F2D-A15F2D1EC602}" destId="{683B97C1-A230-49F5-A1D7-78B4AF450A17}" srcOrd="0" destOrd="0" presId="urn:microsoft.com/office/officeart/2018/2/layout/IconCircleList"/>
    <dgm:cxn modelId="{7D567BF7-7580-49B6-B75F-90C92DF81E0C}" type="presOf" srcId="{AC5A563E-1141-4AAF-97B2-FC007A98BE6A}" destId="{F1FCE2AA-A9DB-4C11-80F7-7395526465A9}" srcOrd="0" destOrd="0" presId="urn:microsoft.com/office/officeart/2018/2/layout/IconCircleList"/>
    <dgm:cxn modelId="{FCA42116-DC55-421D-A22B-0B18C6D856B6}" type="presParOf" srcId="{58461C2C-BF0E-4E8B-9F60-09CDA22B938A}" destId="{ED07A7FE-09E6-4DA8-B52F-121A9712A6C8}" srcOrd="0" destOrd="0" presId="urn:microsoft.com/office/officeart/2018/2/layout/IconCircleList"/>
    <dgm:cxn modelId="{76B9AFC7-7CFD-4A23-8D4C-636C38DD3710}" type="presParOf" srcId="{ED07A7FE-09E6-4DA8-B52F-121A9712A6C8}" destId="{8DC68FDE-2A29-4884-85F4-DF4DA97B19D8}" srcOrd="0" destOrd="0" presId="urn:microsoft.com/office/officeart/2018/2/layout/IconCircleList"/>
    <dgm:cxn modelId="{9B48C869-B1EC-45B7-8F8B-68724923FACC}" type="presParOf" srcId="{8DC68FDE-2A29-4884-85F4-DF4DA97B19D8}" destId="{867CB229-D4BB-4F65-B6DA-314EB83A8418}" srcOrd="0" destOrd="0" presId="urn:microsoft.com/office/officeart/2018/2/layout/IconCircleList"/>
    <dgm:cxn modelId="{9C9ACF47-1663-4507-A5AC-1052A5471571}" type="presParOf" srcId="{8DC68FDE-2A29-4884-85F4-DF4DA97B19D8}" destId="{D14102EF-F975-4EF2-ABE6-EBA425D0B4D4}" srcOrd="1" destOrd="0" presId="urn:microsoft.com/office/officeart/2018/2/layout/IconCircleList"/>
    <dgm:cxn modelId="{DAA5465B-CE75-46CE-9A13-A335A8D96383}" type="presParOf" srcId="{8DC68FDE-2A29-4884-85F4-DF4DA97B19D8}" destId="{CCB4FA9D-65EF-4EF6-A739-CBB48F0E37E4}" srcOrd="2" destOrd="0" presId="urn:microsoft.com/office/officeart/2018/2/layout/IconCircleList"/>
    <dgm:cxn modelId="{F51DF5F2-48EE-4079-B4A9-D92AEDC8CBA8}" type="presParOf" srcId="{8DC68FDE-2A29-4884-85F4-DF4DA97B19D8}" destId="{4AAF4139-8B99-4EAF-93F1-326A120841B7}" srcOrd="3" destOrd="0" presId="urn:microsoft.com/office/officeart/2018/2/layout/IconCircleList"/>
    <dgm:cxn modelId="{DE2C5B8E-7FBF-44B7-801D-995487CA055E}" type="presParOf" srcId="{ED07A7FE-09E6-4DA8-B52F-121A9712A6C8}" destId="{4439010E-7699-4B4A-B9BC-91942754F2C0}" srcOrd="1" destOrd="0" presId="urn:microsoft.com/office/officeart/2018/2/layout/IconCircleList"/>
    <dgm:cxn modelId="{CD891B3D-A7AE-4487-A2F8-BDBA61F60E1B}" type="presParOf" srcId="{ED07A7FE-09E6-4DA8-B52F-121A9712A6C8}" destId="{9E9647BA-043B-49AD-B8FB-F045589C8098}" srcOrd="2" destOrd="0" presId="urn:microsoft.com/office/officeart/2018/2/layout/IconCircleList"/>
    <dgm:cxn modelId="{019BE6B7-F5D7-4147-A851-FFD30B00F36B}" type="presParOf" srcId="{9E9647BA-043B-49AD-B8FB-F045589C8098}" destId="{8BA9C13E-E01C-49FE-9615-12C2E971AA59}" srcOrd="0" destOrd="0" presId="urn:microsoft.com/office/officeart/2018/2/layout/IconCircleList"/>
    <dgm:cxn modelId="{B4433ABE-E9D3-4C94-AEBB-232E237C0BB4}" type="presParOf" srcId="{9E9647BA-043B-49AD-B8FB-F045589C8098}" destId="{68A90B21-314E-4586-ADE1-98E944F661B7}" srcOrd="1" destOrd="0" presId="urn:microsoft.com/office/officeart/2018/2/layout/IconCircleList"/>
    <dgm:cxn modelId="{6601B155-2178-4611-8AC3-1DF2E9275F7A}" type="presParOf" srcId="{9E9647BA-043B-49AD-B8FB-F045589C8098}" destId="{A501BBBC-8DBB-44D9-BFFB-28FFF32809EA}" srcOrd="2" destOrd="0" presId="urn:microsoft.com/office/officeart/2018/2/layout/IconCircleList"/>
    <dgm:cxn modelId="{DF0DCE24-8BC6-43A0-BD51-82AC986B5C82}" type="presParOf" srcId="{9E9647BA-043B-49AD-B8FB-F045589C8098}" destId="{855B7C16-8D9B-4387-BDE5-0DDF6CB2A4A1}" srcOrd="3" destOrd="0" presId="urn:microsoft.com/office/officeart/2018/2/layout/IconCircleList"/>
    <dgm:cxn modelId="{8F08907B-2035-49AB-ABC0-9DB396E724FB}" type="presParOf" srcId="{ED07A7FE-09E6-4DA8-B52F-121A9712A6C8}" destId="{262F3603-E6EB-4F19-BB14-9CC0DECD41A6}" srcOrd="3" destOrd="0" presId="urn:microsoft.com/office/officeart/2018/2/layout/IconCircleList"/>
    <dgm:cxn modelId="{C7AC460B-BEDD-414B-BDC2-5B638D335D4D}" type="presParOf" srcId="{ED07A7FE-09E6-4DA8-B52F-121A9712A6C8}" destId="{3B880E0F-F997-40A1-B394-25F1B4A3E8BB}" srcOrd="4" destOrd="0" presId="urn:microsoft.com/office/officeart/2018/2/layout/IconCircleList"/>
    <dgm:cxn modelId="{FBD32125-0E73-4108-B1D7-703A210858D7}" type="presParOf" srcId="{3B880E0F-F997-40A1-B394-25F1B4A3E8BB}" destId="{4A8BA17C-2EDA-4947-9400-D781E997DA21}" srcOrd="0" destOrd="0" presId="urn:microsoft.com/office/officeart/2018/2/layout/IconCircleList"/>
    <dgm:cxn modelId="{1CF69C6A-EEB0-4758-A9C8-6D58290C9CD8}" type="presParOf" srcId="{3B880E0F-F997-40A1-B394-25F1B4A3E8BB}" destId="{255B1328-163B-49F2-A505-C3461AF341E6}" srcOrd="1" destOrd="0" presId="urn:microsoft.com/office/officeart/2018/2/layout/IconCircleList"/>
    <dgm:cxn modelId="{52382C5F-2C6B-4C4F-84D7-E9A90FC26323}" type="presParOf" srcId="{3B880E0F-F997-40A1-B394-25F1B4A3E8BB}" destId="{0BDD275E-0A9B-4923-A6AD-41AC5211AE1C}" srcOrd="2" destOrd="0" presId="urn:microsoft.com/office/officeart/2018/2/layout/IconCircleList"/>
    <dgm:cxn modelId="{05834E87-3D0D-4F92-BC58-F0EE26C67707}" type="presParOf" srcId="{3B880E0F-F997-40A1-B394-25F1B4A3E8BB}" destId="{0F98638E-55BC-442B-9027-15E5CAF190A1}" srcOrd="3" destOrd="0" presId="urn:microsoft.com/office/officeart/2018/2/layout/IconCircleList"/>
    <dgm:cxn modelId="{68377800-FD9A-4D09-AD29-55DE62EBB175}" type="presParOf" srcId="{ED07A7FE-09E6-4DA8-B52F-121A9712A6C8}" destId="{AEE49F59-0D95-41D9-B15B-4B2553E90419}" srcOrd="5" destOrd="0" presId="urn:microsoft.com/office/officeart/2018/2/layout/IconCircleList"/>
    <dgm:cxn modelId="{C062E86E-863A-4826-A658-35A4E4DEAFEB}" type="presParOf" srcId="{ED07A7FE-09E6-4DA8-B52F-121A9712A6C8}" destId="{2EE09C3F-A896-4C52-919B-85337CC04DB8}" srcOrd="6" destOrd="0" presId="urn:microsoft.com/office/officeart/2018/2/layout/IconCircleList"/>
    <dgm:cxn modelId="{B5ABDDCB-A5C5-49E5-A139-AEF0C33A94A7}" type="presParOf" srcId="{2EE09C3F-A896-4C52-919B-85337CC04DB8}" destId="{632B8A24-4E44-4C96-9156-058CF7D67815}" srcOrd="0" destOrd="0" presId="urn:microsoft.com/office/officeart/2018/2/layout/IconCircleList"/>
    <dgm:cxn modelId="{F98F1CCD-54E3-4B16-B3A6-21AF407E3A6D}" type="presParOf" srcId="{2EE09C3F-A896-4C52-919B-85337CC04DB8}" destId="{2CD8FA93-3420-451A-B8A3-5FE494C34951}" srcOrd="1" destOrd="0" presId="urn:microsoft.com/office/officeart/2018/2/layout/IconCircleList"/>
    <dgm:cxn modelId="{58A53F9B-D662-42B4-903C-F96008B77085}" type="presParOf" srcId="{2EE09C3F-A896-4C52-919B-85337CC04DB8}" destId="{C506A9CD-A690-42BC-A61B-8A85C9E9E7E1}" srcOrd="2" destOrd="0" presId="urn:microsoft.com/office/officeart/2018/2/layout/IconCircleList"/>
    <dgm:cxn modelId="{CEA45880-2AC2-4735-8157-BCFE8733A883}" type="presParOf" srcId="{2EE09C3F-A896-4C52-919B-85337CC04DB8}" destId="{F1FCE2AA-A9DB-4C11-80F7-7395526465A9}" srcOrd="3" destOrd="0" presId="urn:microsoft.com/office/officeart/2018/2/layout/IconCircleList"/>
    <dgm:cxn modelId="{ECA3F8EB-16A1-4465-BE6B-C156F936D81D}" type="presParOf" srcId="{ED07A7FE-09E6-4DA8-B52F-121A9712A6C8}" destId="{FE1C20D7-354A-4996-8887-FA168A0EBD62}" srcOrd="7" destOrd="0" presId="urn:microsoft.com/office/officeart/2018/2/layout/IconCircleList"/>
    <dgm:cxn modelId="{DA6A448A-0963-4B46-AF71-B79B4EB2D4BC}" type="presParOf" srcId="{ED07A7FE-09E6-4DA8-B52F-121A9712A6C8}" destId="{8B52AB35-9A6A-442E-BD73-513BCAF824D6}" srcOrd="8" destOrd="0" presId="urn:microsoft.com/office/officeart/2018/2/layout/IconCircleList"/>
    <dgm:cxn modelId="{281CE5F5-3AA0-4F76-A5AA-C9520E7FEE76}" type="presParOf" srcId="{8B52AB35-9A6A-442E-BD73-513BCAF824D6}" destId="{4A09B254-638D-48E5-9044-E3462E3A2E81}" srcOrd="0" destOrd="0" presId="urn:microsoft.com/office/officeart/2018/2/layout/IconCircleList"/>
    <dgm:cxn modelId="{94938561-3E60-4C51-8848-B0009E9CFD3A}" type="presParOf" srcId="{8B52AB35-9A6A-442E-BD73-513BCAF824D6}" destId="{6073E3FA-E8FD-42F0-BB92-F5079F0C8BD9}" srcOrd="1" destOrd="0" presId="urn:microsoft.com/office/officeart/2018/2/layout/IconCircleList"/>
    <dgm:cxn modelId="{485D1523-B52B-4CB0-BE5F-743FB16D4F7A}" type="presParOf" srcId="{8B52AB35-9A6A-442E-BD73-513BCAF824D6}" destId="{C7A8ED39-8DA7-4C48-A7BD-AF508E2AF73C}" srcOrd="2" destOrd="0" presId="urn:microsoft.com/office/officeart/2018/2/layout/IconCircleList"/>
    <dgm:cxn modelId="{0246377B-88E8-40BF-A19D-5C61791FCADF}" type="presParOf" srcId="{8B52AB35-9A6A-442E-BD73-513BCAF824D6}" destId="{5AAF8A03-E22C-4432-B57F-75EBF6CC2195}" srcOrd="3" destOrd="0" presId="urn:microsoft.com/office/officeart/2018/2/layout/IconCircleList"/>
    <dgm:cxn modelId="{E4294954-B871-490C-B209-9F6C11744BED}" type="presParOf" srcId="{ED07A7FE-09E6-4DA8-B52F-121A9712A6C8}" destId="{9EC8E7F7-9610-4CE2-8E0D-21C8F5A532A9}" srcOrd="9" destOrd="0" presId="urn:microsoft.com/office/officeart/2018/2/layout/IconCircleList"/>
    <dgm:cxn modelId="{30AF0F28-A5A5-40AD-8E85-84D907043E24}" type="presParOf" srcId="{ED07A7FE-09E6-4DA8-B52F-121A9712A6C8}" destId="{B2BC1C75-AFD7-4734-95E8-E6FF0EA2F600}" srcOrd="10" destOrd="0" presId="urn:microsoft.com/office/officeart/2018/2/layout/IconCircleList"/>
    <dgm:cxn modelId="{9FD6139F-CA20-4223-AFD8-F2AE8374C72D}" type="presParOf" srcId="{B2BC1C75-AFD7-4734-95E8-E6FF0EA2F600}" destId="{F7A7A7BE-BFF1-433D-9A0C-CC6E326EDF82}" srcOrd="0" destOrd="0" presId="urn:microsoft.com/office/officeart/2018/2/layout/IconCircleList"/>
    <dgm:cxn modelId="{C2EEE777-41F0-4865-B71D-70743CA2EC47}" type="presParOf" srcId="{B2BC1C75-AFD7-4734-95E8-E6FF0EA2F600}" destId="{693EF1CF-BAE2-41B4-9941-E8FE18752514}" srcOrd="1" destOrd="0" presId="urn:microsoft.com/office/officeart/2018/2/layout/IconCircleList"/>
    <dgm:cxn modelId="{5CF44016-F2D8-4061-90F6-7A88D82D32DF}" type="presParOf" srcId="{B2BC1C75-AFD7-4734-95E8-E6FF0EA2F600}" destId="{84E6B006-4C3F-45C2-94E5-2C2D4037A9AD}" srcOrd="2" destOrd="0" presId="urn:microsoft.com/office/officeart/2018/2/layout/IconCircleList"/>
    <dgm:cxn modelId="{2D0E10C1-9540-4714-9064-76E97344B6E1}" type="presParOf" srcId="{B2BC1C75-AFD7-4734-95E8-E6FF0EA2F600}" destId="{683B97C1-A230-49F5-A1D7-78B4AF450A17}" srcOrd="3" destOrd="0" presId="urn:microsoft.com/office/officeart/2018/2/layout/IconCircleList"/>
    <dgm:cxn modelId="{6CF16AF0-EF96-4125-8D34-7B0CF48B04CE}" type="presParOf" srcId="{ED07A7FE-09E6-4DA8-B52F-121A9712A6C8}" destId="{49C2699A-6F44-4208-9C62-8F525A0B1476}" srcOrd="11" destOrd="0" presId="urn:microsoft.com/office/officeart/2018/2/layout/IconCircleList"/>
    <dgm:cxn modelId="{576A41E7-6FB6-4D58-BF92-323E50A7772D}" type="presParOf" srcId="{ED07A7FE-09E6-4DA8-B52F-121A9712A6C8}" destId="{60571FDF-B3D3-4378-B8CB-F01A9E3226FA}" srcOrd="12" destOrd="0" presId="urn:microsoft.com/office/officeart/2018/2/layout/IconCircleList"/>
    <dgm:cxn modelId="{A85C5A8D-384A-4F12-A086-BE998F23DB28}" type="presParOf" srcId="{60571FDF-B3D3-4378-B8CB-F01A9E3226FA}" destId="{53227640-AC3D-46B0-9460-DCAA2D01B1D7}" srcOrd="0" destOrd="0" presId="urn:microsoft.com/office/officeart/2018/2/layout/IconCircleList"/>
    <dgm:cxn modelId="{2DB86C25-DA46-4A12-A5AF-C1D4653AED4E}" type="presParOf" srcId="{60571FDF-B3D3-4378-B8CB-F01A9E3226FA}" destId="{C16AEE46-CEDC-4A4A-B0F8-9892B80EC640}" srcOrd="1" destOrd="0" presId="urn:microsoft.com/office/officeart/2018/2/layout/IconCircleList"/>
    <dgm:cxn modelId="{ED6FA63C-8672-43A2-A4C0-CD02518CAAFF}" type="presParOf" srcId="{60571FDF-B3D3-4378-B8CB-F01A9E3226FA}" destId="{2593C6D1-06DE-4C79-A9E8-BE45C4AB3D4C}" srcOrd="2" destOrd="0" presId="urn:microsoft.com/office/officeart/2018/2/layout/IconCircleList"/>
    <dgm:cxn modelId="{53EC5ECD-2579-45F8-A468-9793DABEDAAB}" type="presParOf" srcId="{60571FDF-B3D3-4378-B8CB-F01A9E3226FA}" destId="{1232186D-E1DB-417E-BB25-203969217E62}" srcOrd="3" destOrd="0" presId="urn:microsoft.com/office/officeart/2018/2/layout/IconCircleList"/>
    <dgm:cxn modelId="{D78A6C64-26F9-4105-AA98-49ED8BE68F68}" type="presParOf" srcId="{ED07A7FE-09E6-4DA8-B52F-121A9712A6C8}" destId="{AB7DBF1A-2106-4EFB-985A-E2441A281567}" srcOrd="13" destOrd="0" presId="urn:microsoft.com/office/officeart/2018/2/layout/IconCircleList"/>
    <dgm:cxn modelId="{59876B63-0F41-4A9F-8C92-865079AA8869}" type="presParOf" srcId="{ED07A7FE-09E6-4DA8-B52F-121A9712A6C8}" destId="{225F43F4-9171-4434-BDB3-1136B4A6F05A}" srcOrd="14" destOrd="0" presId="urn:microsoft.com/office/officeart/2018/2/layout/IconCircleList"/>
    <dgm:cxn modelId="{7DA4CCA3-E956-43E2-A544-951E786C26E4}" type="presParOf" srcId="{225F43F4-9171-4434-BDB3-1136B4A6F05A}" destId="{C563C581-AA74-4BC6-86C6-E2309FF2C35F}" srcOrd="0" destOrd="0" presId="urn:microsoft.com/office/officeart/2018/2/layout/IconCircleList"/>
    <dgm:cxn modelId="{396000F3-C986-4C6C-9973-B78313367706}" type="presParOf" srcId="{225F43F4-9171-4434-BDB3-1136B4A6F05A}" destId="{A7483117-F163-42CD-94D3-0859FE945D46}" srcOrd="1" destOrd="0" presId="urn:microsoft.com/office/officeart/2018/2/layout/IconCircleList"/>
    <dgm:cxn modelId="{2F4334BD-36B3-4C6F-9627-5B808AA57ECD}" type="presParOf" srcId="{225F43F4-9171-4434-BDB3-1136B4A6F05A}" destId="{B03F6EE7-DB81-4C2B-946B-A7DF31B676F2}" srcOrd="2" destOrd="0" presId="urn:microsoft.com/office/officeart/2018/2/layout/IconCircleList"/>
    <dgm:cxn modelId="{2BF7C68B-903D-4439-BF3B-A686986CC1A7}" type="presParOf" srcId="{225F43F4-9171-4434-BDB3-1136B4A6F05A}" destId="{60979FBC-C01C-4841-AE0B-FDF87EAA38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87980-5A3F-433A-988B-E1CF9A5407B4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Click the AI Formula Generator button</a:t>
          </a:r>
        </a:p>
      </dsp:txBody>
      <dsp:txXfrm>
        <a:off x="27017" y="27017"/>
        <a:ext cx="7668958" cy="868383"/>
      </dsp:txXfrm>
    </dsp:sp>
    <dsp:sp modelId="{4E5A560C-7394-4C53-8EFB-CD00A621FB06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Describe what you want to calculate (in plain English)</a:t>
          </a:r>
        </a:p>
      </dsp:txBody>
      <dsp:txXfrm>
        <a:off x="759181" y="1117146"/>
        <a:ext cx="7356493" cy="868383"/>
      </dsp:txXfrm>
    </dsp:sp>
    <dsp:sp modelId="{EA10787C-17D2-4D12-AD69-8A1609D2D31C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analyzes your sheet headers and generates the perfect formula</a:t>
          </a:r>
        </a:p>
      </dsp:txBody>
      <dsp:txXfrm>
        <a:off x="1480418" y="2207275"/>
        <a:ext cx="7367421" cy="868383"/>
      </dsp:txXfrm>
    </dsp:sp>
    <dsp:sp modelId="{596B585A-A1EC-4421-B51E-F2C90F981851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Get the formula inserted directly into your selected cell</a:t>
          </a:r>
        </a:p>
      </dsp:txBody>
      <dsp:txXfrm>
        <a:off x="2212582" y="3297404"/>
        <a:ext cx="7356493" cy="868383"/>
      </dsp:txXfrm>
    </dsp:sp>
    <dsp:sp modelId="{DE56B69B-9D5C-4BF9-BE08-BD84C9FE45E6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839C82AE-20FF-4E79-9C12-EDF6BDCB65EF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9AB402D7-02E2-4B6A-A095-A724D9C21E59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A0120-5E57-4B53-92D4-9DA8A9112E38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any cell containing a formula</a:t>
          </a:r>
        </a:p>
      </dsp:txBody>
      <dsp:txXfrm>
        <a:off x="27017" y="27017"/>
        <a:ext cx="7668958" cy="868383"/>
      </dsp:txXfrm>
    </dsp:sp>
    <dsp:sp modelId="{51E7A139-493F-4032-8368-BB1F68349C41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Choose your preferred language (English, Spanish, Hindi, etc.)</a:t>
          </a:r>
        </a:p>
      </dsp:txBody>
      <dsp:txXfrm>
        <a:off x="759181" y="1117146"/>
        <a:ext cx="7356493" cy="868383"/>
      </dsp:txXfrm>
    </dsp:sp>
    <dsp:sp modelId="{A7C8382F-FA34-47ED-B4D8-BE92716F05FE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where you want the explanation inserted</a:t>
          </a:r>
        </a:p>
      </dsp:txBody>
      <dsp:txXfrm>
        <a:off x="1480418" y="2207275"/>
        <a:ext cx="7367421" cy="868383"/>
      </dsp:txXfrm>
    </dsp:sp>
    <dsp:sp modelId="{738FBFBA-CF1E-4C64-9BE5-D178712A4139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provides a step-by-step breakdown in simple terms</a:t>
          </a:r>
        </a:p>
      </dsp:txBody>
      <dsp:txXfrm>
        <a:off x="2212582" y="3297404"/>
        <a:ext cx="7356493" cy="868383"/>
      </dsp:txXfrm>
    </dsp:sp>
    <dsp:sp modelId="{B1AC6D4C-DA6C-4373-8A86-DE6EC598E43B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D3CD13D7-F288-40DE-8535-09F5E78BF191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AA7DFA43-5592-4948-8327-9E389B0AE8E7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2F76E-6F4F-443A-8DB1-2309F1DE6AC3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a formula cell with potential issues</a:t>
          </a:r>
        </a:p>
      </dsp:txBody>
      <dsp:txXfrm>
        <a:off x="27017" y="27017"/>
        <a:ext cx="7668958" cy="868383"/>
      </dsp:txXfrm>
    </dsp:sp>
    <dsp:sp modelId="{6B520BBE-B7C3-4231-80F2-26C8C950E54E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 analyzes the formula against your sheet headers</a:t>
          </a:r>
        </a:p>
      </dsp:txBody>
      <dsp:txXfrm>
        <a:off x="759181" y="1117146"/>
        <a:ext cx="7356493" cy="868383"/>
      </dsp:txXfrm>
    </dsp:sp>
    <dsp:sp modelId="{DEB69CAF-87F2-4A1E-B5E4-984020E62566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Get detailed analysis of what's wrong and why</a:t>
          </a:r>
        </a:p>
      </dsp:txBody>
      <dsp:txXfrm>
        <a:off x="1480418" y="2207275"/>
        <a:ext cx="7367421" cy="868383"/>
      </dsp:txXfrm>
    </dsp:sp>
    <dsp:sp modelId="{517A7B06-82DA-4AE9-8DAC-EE06DFE071F2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Receive clear suggestions for fixing the formula</a:t>
          </a:r>
        </a:p>
      </dsp:txBody>
      <dsp:txXfrm>
        <a:off x="2212582" y="3297404"/>
        <a:ext cx="7356493" cy="868383"/>
      </dsp:txXfrm>
    </dsp:sp>
    <dsp:sp modelId="{0FA57504-D689-4DB9-9FA9-38386D3F1150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2D448040-A8AB-42C2-95E4-4E5758CEEAFE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140C55C6-9C40-497B-9F14-4D9C0ADDEE86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00DD5-0D66-4A62-9985-9DBFE01BE42D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E749A-0BBB-4A68-BB0B-267F188987AD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47A39-384E-4947-B417-DB7EFDC0EAC1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Catch errors before they cause calculation problems</a:t>
          </a:r>
        </a:p>
      </dsp:txBody>
      <dsp:txXfrm>
        <a:off x="1312541" y="828340"/>
        <a:ext cx="2148945" cy="911674"/>
      </dsp:txXfrm>
    </dsp:sp>
    <dsp:sp modelId="{4C899216-8875-4877-A302-7849E5DC5AA9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5D385-FEA6-4220-A15E-2F93AA4BB0BC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123D-826C-4406-BD73-9A3076E12FBB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Understand why a formula isn't working</a:t>
          </a:r>
        </a:p>
      </dsp:txBody>
      <dsp:txXfrm>
        <a:off x="4942957" y="828340"/>
        <a:ext cx="2148945" cy="911674"/>
      </dsp:txXfrm>
    </dsp:sp>
    <dsp:sp modelId="{DBD95E55-1206-4CC7-898F-4DE312E54AF4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1A232-701F-44E3-87BF-0C56439757C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55446-C3A7-4AF0-8529-D6915A5AA2D6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Learn proper Excel formula structure</a:t>
          </a:r>
        </a:p>
      </dsp:txBody>
      <dsp:txXfrm>
        <a:off x="8573374" y="828340"/>
        <a:ext cx="2148945" cy="911674"/>
      </dsp:txXfrm>
    </dsp:sp>
    <dsp:sp modelId="{5765145F-D526-494D-9215-3DB211992A5A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FD3E8-986A-4AA1-8C16-798BD205FBE6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4D510-70BD-42A8-A648-4E72BDAC4B2D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Reduce spreadsheet debugging time</a:t>
          </a:r>
        </a:p>
      </dsp:txBody>
      <dsp:txXfrm>
        <a:off x="1312541" y="2452790"/>
        <a:ext cx="2148945" cy="911674"/>
      </dsp:txXfrm>
    </dsp:sp>
    <dsp:sp modelId="{4A94697C-D4BB-45E6-82A2-C08966F0A277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3E6FB-42DD-46E0-A356-AF03BB6CAEA8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05828-15F7-4A66-91B8-E53E84F18FCA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Prevent cascading errors in complex models</a:t>
          </a:r>
        </a:p>
      </dsp:txBody>
      <dsp:txXfrm>
        <a:off x="4942957" y="2452790"/>
        <a:ext cx="2148945" cy="91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D497B-2D4B-41E0-BE4D-67E2583B62BE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082A3-760A-4396-87DC-BE25F0129B2E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4120F-ABAD-47D7-9C3A-E5F510282F61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Purpose:</a:t>
          </a:r>
          <a:endParaRPr lang="en-US" sz="1200" kern="1200"/>
        </a:p>
      </dsp:txBody>
      <dsp:txXfrm>
        <a:off x="569079" y="2644614"/>
        <a:ext cx="2072362" cy="720000"/>
      </dsp:txXfrm>
    </dsp:sp>
    <dsp:sp modelId="{EC6CC56C-AF48-41F0-9038-4E37D5B74550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53579-A52A-48D3-92D1-8B7235DF6D5C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BDAD3-E191-4A90-AB5F-9D2DB5825168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Generates ready-to-use Python pandas code for Excel data</a:t>
          </a:r>
        </a:p>
      </dsp:txBody>
      <dsp:txXfrm>
        <a:off x="3004105" y="2644614"/>
        <a:ext cx="2072362" cy="720000"/>
      </dsp:txXfrm>
    </dsp:sp>
    <dsp:sp modelId="{D8E130C4-97A4-459F-A5F1-FF0E4CB9B12E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F5EE9-6617-4A00-A57E-74E1CFDCF200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48B7A-A6E8-46D1-8884-51476940D532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Creates code compatible with Excel's built-in Python functionality</a:t>
          </a:r>
        </a:p>
      </dsp:txBody>
      <dsp:txXfrm>
        <a:off x="5439131" y="2644614"/>
        <a:ext cx="2072362" cy="720000"/>
      </dsp:txXfrm>
    </dsp:sp>
    <dsp:sp modelId="{9AD9DD02-593C-4247-BCEA-799F48B12755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F3D57-AD47-43D8-B363-A932D2330859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18466-CBE6-4798-B390-8E4831A2590F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Transforms data analysis requests into working code</a:t>
          </a:r>
        </a:p>
      </dsp:txBody>
      <dsp:txXfrm>
        <a:off x="7874157" y="2644614"/>
        <a:ext cx="207236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588B-C791-45D1-B54C-EAC24E5713F5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2648FE5-B6B0-4834-93BB-A8E6BA77AAE0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D9C754-2F69-45D6-94F4-C247EF57ABFD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your data range (include headers)</a:t>
          </a:r>
        </a:p>
      </dsp:txBody>
      <dsp:txXfrm>
        <a:off x="1834517" y="469890"/>
        <a:ext cx="3148942" cy="1335915"/>
      </dsp:txXfrm>
    </dsp:sp>
    <dsp:sp modelId="{65342745-7C44-4EA6-A4EB-20D0428B01F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4042957-C98F-496B-88CA-CF0A8A807DC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C0C8FC-E18E-4138-B397-FAE43158F8C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Describe what analysis you need (e.g., "group sales by region")</a:t>
          </a:r>
        </a:p>
      </dsp:txBody>
      <dsp:txXfrm>
        <a:off x="7154322" y="469890"/>
        <a:ext cx="3148942" cy="1335915"/>
      </dsp:txXfrm>
    </dsp:sp>
    <dsp:sp modelId="{F5388BB2-CA2B-49B1-A5B8-D40610927ED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D897D17-4E7A-4664-8384-D8662A700C6B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0C285F-D6B4-43AA-B6FE-ABB946027E6E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generates clean, commented Python pandas code</a:t>
          </a:r>
        </a:p>
      </dsp:txBody>
      <dsp:txXfrm>
        <a:off x="1834517" y="2545532"/>
        <a:ext cx="3148942" cy="1335915"/>
      </dsp:txXfrm>
    </dsp:sp>
    <dsp:sp modelId="{4C1FC214-7C98-4AD5-90C8-3D7324AA2DBC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E70394-0EA8-4284-B7D9-78BBE47E77E2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F5A174-91D1-4ED8-B723-9088F4740C02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Copy code to clipboard or insert into Excel cell</a:t>
          </a:r>
        </a:p>
      </dsp:txBody>
      <dsp:txXfrm>
        <a:off x="7154322" y="2545532"/>
        <a:ext cx="3148942" cy="13359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6E75E-3F37-4384-9E79-F8A85FABF4E4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508F8A-8B8E-4ECE-9A71-D8B4442B2034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Python programming knowledge required</a:t>
          </a:r>
        </a:p>
      </dsp:txBody>
      <dsp:txXfrm>
        <a:off x="0" y="531"/>
        <a:ext cx="10515600" cy="621467"/>
      </dsp:txXfrm>
    </dsp:sp>
    <dsp:sp modelId="{C81EF867-AD97-4195-BC90-5FD23A9ACEEF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B393B7-9B2F-4051-9311-915ACF756D72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Generate production-ready pandas code instantly</a:t>
          </a:r>
        </a:p>
      </dsp:txBody>
      <dsp:txXfrm>
        <a:off x="0" y="621999"/>
        <a:ext cx="10515600" cy="621467"/>
      </dsp:txXfrm>
    </dsp:sp>
    <dsp:sp modelId="{44812B9E-55E6-44F7-8949-8DEC7AE9A95D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8822FC-89CF-49C3-AAF9-2CF9008ECEE3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Perfect for Excel's =PY() function integration</a:t>
          </a:r>
        </a:p>
      </dsp:txBody>
      <dsp:txXfrm>
        <a:off x="0" y="1243467"/>
        <a:ext cx="10515600" cy="621467"/>
      </dsp:txXfrm>
    </dsp:sp>
    <dsp:sp modelId="{44E8089E-9B8C-4308-89C8-50C9D2AD3877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AE86FA-5BD9-46D9-961B-3B863EC136BB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Learn Python by example with working code</a:t>
          </a:r>
        </a:p>
      </dsp:txBody>
      <dsp:txXfrm>
        <a:off x="0" y="1864935"/>
        <a:ext cx="10515600" cy="621467"/>
      </dsp:txXfrm>
    </dsp:sp>
    <dsp:sp modelId="{9514F6BC-53EE-4854-9A0A-996E765E7123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297152-4290-4D7F-B018-38DFF8FC3AFD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Automate complex data transformations</a:t>
          </a:r>
        </a:p>
      </dsp:txBody>
      <dsp:txXfrm>
        <a:off x="0" y="2486402"/>
        <a:ext cx="10515600" cy="621467"/>
      </dsp:txXfrm>
    </dsp:sp>
    <dsp:sp modelId="{BA54DE8A-D4BA-405A-B154-D37FCE8F1B09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E2CF39-556A-448B-91A8-1411EFD75286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Transformation:</a:t>
          </a:r>
        </a:p>
      </dsp:txBody>
      <dsp:txXfrm>
        <a:off x="0" y="3107870"/>
        <a:ext cx="10515600" cy="621467"/>
      </dsp:txXfrm>
    </dsp:sp>
    <dsp:sp modelId="{0CF6C49D-0DC8-4DA6-8053-0E2ED25BF70E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24420F-F4AA-4813-9FDC-12615B64DA39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Excel data → "Show monthly averages" → AI generates pandas grouping and aggregation code</a:t>
          </a:r>
        </a:p>
      </dsp:txBody>
      <dsp:txXfrm>
        <a:off x="0" y="3729338"/>
        <a:ext cx="10515600" cy="6214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CEB30-7C22-456B-B191-2B8EA1F4D27A}">
      <dsp:nvSpPr>
        <dsp:cNvPr id="0" name=""/>
        <dsp:cNvSpPr/>
      </dsp:nvSpPr>
      <dsp:spPr>
        <a:xfrm>
          <a:off x="813044" y="25559"/>
          <a:ext cx="1620455" cy="16204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1C4E9-EAC6-4BC7-B0B3-0B1B4FEDB0EF}">
      <dsp:nvSpPr>
        <dsp:cNvPr id="0" name=""/>
        <dsp:cNvSpPr/>
      </dsp:nvSpPr>
      <dsp:spPr>
        <a:xfrm>
          <a:off x="1158387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7179B-0EAB-4FC9-B962-9C682FF49A7B}">
      <dsp:nvSpPr>
        <dsp:cNvPr id="0" name=""/>
        <dsp:cNvSpPr/>
      </dsp:nvSpPr>
      <dsp:spPr>
        <a:xfrm>
          <a:off x="295030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/>
            <a:t>Purpose:</a:t>
          </a:r>
          <a:endParaRPr lang="en-US" sz="1400" kern="1200"/>
        </a:p>
      </dsp:txBody>
      <dsp:txXfrm>
        <a:off x="295030" y="2150746"/>
        <a:ext cx="2656483" cy="720000"/>
      </dsp:txXfrm>
    </dsp:sp>
    <dsp:sp modelId="{8253EBBA-11A2-48E7-A8B1-8915D5B7F250}">
      <dsp:nvSpPr>
        <dsp:cNvPr id="0" name=""/>
        <dsp:cNvSpPr/>
      </dsp:nvSpPr>
      <dsp:spPr>
        <a:xfrm>
          <a:off x="3934413" y="25559"/>
          <a:ext cx="1620455" cy="16204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48F62-B7C4-4778-87F8-515F2DBD346F}">
      <dsp:nvSpPr>
        <dsp:cNvPr id="0" name=""/>
        <dsp:cNvSpPr/>
      </dsp:nvSpPr>
      <dsp:spPr>
        <a:xfrm>
          <a:off x="4279756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DAFC0-93D6-4AD5-A0F9-C09A8EC58899}">
      <dsp:nvSpPr>
        <dsp:cNvPr id="0" name=""/>
        <dsp:cNvSpPr/>
      </dsp:nvSpPr>
      <dsp:spPr>
        <a:xfrm>
          <a:off x="3416398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Adds intelligent comments to explain formulas and data</a:t>
          </a:r>
        </a:p>
      </dsp:txBody>
      <dsp:txXfrm>
        <a:off x="3416398" y="2150746"/>
        <a:ext cx="2656483" cy="720000"/>
      </dsp:txXfrm>
    </dsp:sp>
    <dsp:sp modelId="{10C66C58-8A87-41C3-B7D0-F9664EEC2BFC}">
      <dsp:nvSpPr>
        <dsp:cNvPr id="0" name=""/>
        <dsp:cNvSpPr/>
      </dsp:nvSpPr>
      <dsp:spPr>
        <a:xfrm>
          <a:off x="813044" y="3534866"/>
          <a:ext cx="1620455" cy="16204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3E496-0F5C-4E18-B1C7-C15BACAF18E0}">
      <dsp:nvSpPr>
        <dsp:cNvPr id="0" name=""/>
        <dsp:cNvSpPr/>
      </dsp:nvSpPr>
      <dsp:spPr>
        <a:xfrm>
          <a:off x="1158387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88415-B6DD-4684-B502-25FF38DF2063}">
      <dsp:nvSpPr>
        <dsp:cNvPr id="0" name=""/>
        <dsp:cNvSpPr/>
      </dsp:nvSpPr>
      <dsp:spPr>
        <a:xfrm>
          <a:off x="295030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Creates context-aware documentation for your spreadsheets</a:t>
          </a:r>
        </a:p>
      </dsp:txBody>
      <dsp:txXfrm>
        <a:off x="295030" y="5660053"/>
        <a:ext cx="2656483" cy="720000"/>
      </dsp:txXfrm>
    </dsp:sp>
    <dsp:sp modelId="{3371D8AD-4270-41F0-AC79-FFA6C1E23D7B}">
      <dsp:nvSpPr>
        <dsp:cNvPr id="0" name=""/>
        <dsp:cNvSpPr/>
      </dsp:nvSpPr>
      <dsp:spPr>
        <a:xfrm>
          <a:off x="3934413" y="3534866"/>
          <a:ext cx="1620455" cy="16204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D9E4E-65E2-470A-BCB9-FFC8ABEAAAC8}">
      <dsp:nvSpPr>
        <dsp:cNvPr id="0" name=""/>
        <dsp:cNvSpPr/>
      </dsp:nvSpPr>
      <dsp:spPr>
        <a:xfrm>
          <a:off x="4279756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0FF51-EC21-4FAD-AB7E-48BDA0207760}">
      <dsp:nvSpPr>
        <dsp:cNvPr id="0" name=""/>
        <dsp:cNvSpPr/>
      </dsp:nvSpPr>
      <dsp:spPr>
        <a:xfrm>
          <a:off x="3416398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Supports multiple languages including Hinglish (Hindi-English mix)</a:t>
          </a:r>
        </a:p>
      </dsp:txBody>
      <dsp:txXfrm>
        <a:off x="3416398" y="5660053"/>
        <a:ext cx="2656483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A63E5-29B9-455A-A8F7-6FEF21FEF250}">
      <dsp:nvSpPr>
        <dsp:cNvPr id="0" name=""/>
        <dsp:cNvSpPr/>
      </dsp:nvSpPr>
      <dsp:spPr>
        <a:xfrm>
          <a:off x="211395" y="0"/>
          <a:ext cx="5878809" cy="587880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10298-81CB-49E7-9E7F-A8C6192BC978}">
      <dsp:nvSpPr>
        <dsp:cNvPr id="0" name=""/>
        <dsp:cNvSpPr/>
      </dsp:nvSpPr>
      <dsp:spPr>
        <a:xfrm>
          <a:off x="593518" y="382122"/>
          <a:ext cx="2351523" cy="2351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the cells you want to document</a:t>
          </a:r>
        </a:p>
      </dsp:txBody>
      <dsp:txXfrm>
        <a:off x="708310" y="496914"/>
        <a:ext cx="2121939" cy="2121939"/>
      </dsp:txXfrm>
    </dsp:sp>
    <dsp:sp modelId="{0FFA0DB0-A350-45B2-AB06-929DB864C080}">
      <dsp:nvSpPr>
        <dsp:cNvPr id="0" name=""/>
        <dsp:cNvSpPr/>
      </dsp:nvSpPr>
      <dsp:spPr>
        <a:xfrm>
          <a:off x="3356558" y="382122"/>
          <a:ext cx="2351523" cy="2351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Choose your language preference</a:t>
          </a:r>
        </a:p>
      </dsp:txBody>
      <dsp:txXfrm>
        <a:off x="3471350" y="496914"/>
        <a:ext cx="2121939" cy="2121939"/>
      </dsp:txXfrm>
    </dsp:sp>
    <dsp:sp modelId="{AD319E26-6A30-46DD-9109-9C9962445FEF}">
      <dsp:nvSpPr>
        <dsp:cNvPr id="0" name=""/>
        <dsp:cNvSpPr/>
      </dsp:nvSpPr>
      <dsp:spPr>
        <a:xfrm>
          <a:off x="593518" y="3145162"/>
          <a:ext cx="2351523" cy="23515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 analyzes each cell's content and purpose</a:t>
          </a:r>
        </a:p>
      </dsp:txBody>
      <dsp:txXfrm>
        <a:off x="708310" y="3259954"/>
        <a:ext cx="2121939" cy="2121939"/>
      </dsp:txXfrm>
    </dsp:sp>
    <dsp:sp modelId="{13465A85-4941-4D54-BF4D-F766ADFF44A5}">
      <dsp:nvSpPr>
        <dsp:cNvPr id="0" name=""/>
        <dsp:cNvSpPr/>
      </dsp:nvSpPr>
      <dsp:spPr>
        <a:xfrm>
          <a:off x="3356558" y="3145162"/>
          <a:ext cx="2351523" cy="23515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Automatically adds helpful comments to every selected cell</a:t>
          </a:r>
        </a:p>
      </dsp:txBody>
      <dsp:txXfrm>
        <a:off x="3471350" y="3259954"/>
        <a:ext cx="2121939" cy="2121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CB229-D4BB-4F65-B6DA-314EB83A8418}">
      <dsp:nvSpPr>
        <dsp:cNvPr id="0" name=""/>
        <dsp:cNvSpPr/>
      </dsp:nvSpPr>
      <dsp:spPr>
        <a:xfrm>
          <a:off x="343523" y="65221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102EF-F975-4EF2-ABE6-EBA425D0B4D4}">
      <dsp:nvSpPr>
        <dsp:cNvPr id="0" name=""/>
        <dsp:cNvSpPr/>
      </dsp:nvSpPr>
      <dsp:spPr>
        <a:xfrm>
          <a:off x="501459" y="223157"/>
          <a:ext cx="436204" cy="4362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F4139-8B99-4EAF-93F1-326A120841B7}">
      <dsp:nvSpPr>
        <dsp:cNvPr id="0" name=""/>
        <dsp:cNvSpPr/>
      </dsp:nvSpPr>
      <dsp:spPr>
        <a:xfrm>
          <a:off x="1256759" y="65221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Automatically document complex spreadsheets</a:t>
          </a:r>
        </a:p>
      </dsp:txBody>
      <dsp:txXfrm>
        <a:off x="1256759" y="65221"/>
        <a:ext cx="1772752" cy="752076"/>
      </dsp:txXfrm>
    </dsp:sp>
    <dsp:sp modelId="{8BA9C13E-E01C-49FE-9615-12C2E971AA59}">
      <dsp:nvSpPr>
        <dsp:cNvPr id="0" name=""/>
        <dsp:cNvSpPr/>
      </dsp:nvSpPr>
      <dsp:spPr>
        <a:xfrm>
          <a:off x="3338400" y="65221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90B21-314E-4586-ADE1-98E944F661B7}">
      <dsp:nvSpPr>
        <dsp:cNvPr id="0" name=""/>
        <dsp:cNvSpPr/>
      </dsp:nvSpPr>
      <dsp:spPr>
        <a:xfrm>
          <a:off x="3496337" y="223157"/>
          <a:ext cx="436204" cy="4362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B7C16-8D9B-4387-BDE5-0DDF6CB2A4A1}">
      <dsp:nvSpPr>
        <dsp:cNvPr id="0" name=""/>
        <dsp:cNvSpPr/>
      </dsp:nvSpPr>
      <dsp:spPr>
        <a:xfrm>
          <a:off x="4251637" y="65221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Explain formulas for future reference</a:t>
          </a:r>
        </a:p>
      </dsp:txBody>
      <dsp:txXfrm>
        <a:off x="4251637" y="65221"/>
        <a:ext cx="1772752" cy="752076"/>
      </dsp:txXfrm>
    </dsp:sp>
    <dsp:sp modelId="{4A8BA17C-2EDA-4947-9400-D781E997DA21}">
      <dsp:nvSpPr>
        <dsp:cNvPr id="0" name=""/>
        <dsp:cNvSpPr/>
      </dsp:nvSpPr>
      <dsp:spPr>
        <a:xfrm>
          <a:off x="343523" y="1906252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B1328-163B-49F2-A505-C3461AF341E6}">
      <dsp:nvSpPr>
        <dsp:cNvPr id="0" name=""/>
        <dsp:cNvSpPr/>
      </dsp:nvSpPr>
      <dsp:spPr>
        <a:xfrm>
          <a:off x="501459" y="2064188"/>
          <a:ext cx="436204" cy="4362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8638E-55BC-442B-9027-15E5CAF190A1}">
      <dsp:nvSpPr>
        <dsp:cNvPr id="0" name=""/>
        <dsp:cNvSpPr/>
      </dsp:nvSpPr>
      <dsp:spPr>
        <a:xfrm>
          <a:off x="1256759" y="1906252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Multi-language comments for diverse teams</a:t>
          </a:r>
        </a:p>
      </dsp:txBody>
      <dsp:txXfrm>
        <a:off x="1256759" y="1906252"/>
        <a:ext cx="1772752" cy="752076"/>
      </dsp:txXfrm>
    </dsp:sp>
    <dsp:sp modelId="{632B8A24-4E44-4C96-9156-058CF7D67815}">
      <dsp:nvSpPr>
        <dsp:cNvPr id="0" name=""/>
        <dsp:cNvSpPr/>
      </dsp:nvSpPr>
      <dsp:spPr>
        <a:xfrm>
          <a:off x="3338400" y="1906252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8FA93-3420-451A-B8A3-5FE494C34951}">
      <dsp:nvSpPr>
        <dsp:cNvPr id="0" name=""/>
        <dsp:cNvSpPr/>
      </dsp:nvSpPr>
      <dsp:spPr>
        <a:xfrm>
          <a:off x="3496337" y="2064188"/>
          <a:ext cx="436204" cy="4362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CE2AA-A9DB-4C11-80F7-7395526465A9}">
      <dsp:nvSpPr>
        <dsp:cNvPr id="0" name=""/>
        <dsp:cNvSpPr/>
      </dsp:nvSpPr>
      <dsp:spPr>
        <a:xfrm>
          <a:off x="4251637" y="1906252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Great for audit trails and compliance</a:t>
          </a:r>
        </a:p>
      </dsp:txBody>
      <dsp:txXfrm>
        <a:off x="4251637" y="1906252"/>
        <a:ext cx="1772752" cy="752076"/>
      </dsp:txXfrm>
    </dsp:sp>
    <dsp:sp modelId="{4A09B254-638D-48E5-9044-E3462E3A2E81}">
      <dsp:nvSpPr>
        <dsp:cNvPr id="0" name=""/>
        <dsp:cNvSpPr/>
      </dsp:nvSpPr>
      <dsp:spPr>
        <a:xfrm>
          <a:off x="343523" y="3747283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3E3FA-E8FD-42F0-BB92-F5079F0C8BD9}">
      <dsp:nvSpPr>
        <dsp:cNvPr id="0" name=""/>
        <dsp:cNvSpPr/>
      </dsp:nvSpPr>
      <dsp:spPr>
        <a:xfrm>
          <a:off x="501459" y="3905219"/>
          <a:ext cx="436204" cy="4362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F8A03-E22C-4432-B57F-75EBF6CC2195}">
      <dsp:nvSpPr>
        <dsp:cNvPr id="0" name=""/>
        <dsp:cNvSpPr/>
      </dsp:nvSpPr>
      <dsp:spPr>
        <a:xfrm>
          <a:off x="1256759" y="3747283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Make spreadsheets self-explanatory</a:t>
          </a:r>
        </a:p>
      </dsp:txBody>
      <dsp:txXfrm>
        <a:off x="1256759" y="3747283"/>
        <a:ext cx="1772752" cy="752076"/>
      </dsp:txXfrm>
    </dsp:sp>
    <dsp:sp modelId="{F7A7A7BE-BFF1-433D-9A0C-CC6E326EDF82}">
      <dsp:nvSpPr>
        <dsp:cNvPr id="0" name=""/>
        <dsp:cNvSpPr/>
      </dsp:nvSpPr>
      <dsp:spPr>
        <a:xfrm>
          <a:off x="3338400" y="3747283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EF1CF-BAE2-41B4-9941-E8FE18752514}">
      <dsp:nvSpPr>
        <dsp:cNvPr id="0" name=""/>
        <dsp:cNvSpPr/>
      </dsp:nvSpPr>
      <dsp:spPr>
        <a:xfrm>
          <a:off x="3496337" y="3905219"/>
          <a:ext cx="436204" cy="43620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B97C1-A230-49F5-A1D7-78B4AF450A17}">
      <dsp:nvSpPr>
        <dsp:cNvPr id="0" name=""/>
        <dsp:cNvSpPr/>
      </dsp:nvSpPr>
      <dsp:spPr>
        <a:xfrm>
          <a:off x="4251637" y="3747283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Gets Commented:</a:t>
          </a:r>
        </a:p>
      </dsp:txBody>
      <dsp:txXfrm>
        <a:off x="4251637" y="3747283"/>
        <a:ext cx="1772752" cy="752076"/>
      </dsp:txXfrm>
    </dsp:sp>
    <dsp:sp modelId="{53227640-AC3D-46B0-9460-DCAA2D01B1D7}">
      <dsp:nvSpPr>
        <dsp:cNvPr id="0" name=""/>
        <dsp:cNvSpPr/>
      </dsp:nvSpPr>
      <dsp:spPr>
        <a:xfrm>
          <a:off x="343523" y="5588314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AEE46-CEDC-4A4A-B0F8-9892B80EC640}">
      <dsp:nvSpPr>
        <dsp:cNvPr id="0" name=""/>
        <dsp:cNvSpPr/>
      </dsp:nvSpPr>
      <dsp:spPr>
        <a:xfrm>
          <a:off x="501459" y="5746250"/>
          <a:ext cx="436204" cy="43620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2186D-E1DB-417E-BB25-203969217E62}">
      <dsp:nvSpPr>
        <dsp:cNvPr id="0" name=""/>
        <dsp:cNvSpPr/>
      </dsp:nvSpPr>
      <dsp:spPr>
        <a:xfrm>
          <a:off x="1256759" y="5588314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Formulas: Explains what the formula calculates</a:t>
          </a:r>
        </a:p>
      </dsp:txBody>
      <dsp:txXfrm>
        <a:off x="1256759" y="5588314"/>
        <a:ext cx="1772752" cy="752076"/>
      </dsp:txXfrm>
    </dsp:sp>
    <dsp:sp modelId="{C563C581-AA74-4BC6-86C6-E2309FF2C35F}">
      <dsp:nvSpPr>
        <dsp:cNvPr id="0" name=""/>
        <dsp:cNvSpPr/>
      </dsp:nvSpPr>
      <dsp:spPr>
        <a:xfrm>
          <a:off x="3338400" y="5588314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83117-F163-42CD-94D3-0859FE945D46}">
      <dsp:nvSpPr>
        <dsp:cNvPr id="0" name=""/>
        <dsp:cNvSpPr/>
      </dsp:nvSpPr>
      <dsp:spPr>
        <a:xfrm>
          <a:off x="3496337" y="5746250"/>
          <a:ext cx="436204" cy="43620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79FBC-C01C-4841-AE0B-FDF87EAA3834}">
      <dsp:nvSpPr>
        <dsp:cNvPr id="0" name=""/>
        <dsp:cNvSpPr/>
      </dsp:nvSpPr>
      <dsp:spPr>
        <a:xfrm>
          <a:off x="4251637" y="5588314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Data: Describes what the value represents</a:t>
          </a:r>
        </a:p>
      </dsp:txBody>
      <dsp:txXfrm>
        <a:off x="4251637" y="5588314"/>
        <a:ext cx="1772752" cy="752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7808-95E5-F356-BD47-13EA9D1FE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5EF47-98F0-2C15-91D6-0547ECA61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015F-584F-E862-8115-ED344532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5868C-DEC8-0044-0DD7-B06E6453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735EC-FA5C-05A5-9FF5-1C271FF5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9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844A-597D-1E20-FAB5-678211E6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00FA9-F074-BA82-231E-82F208BF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57DA-A4ED-372B-E39E-5E5E4292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6CD35-E6FC-EF69-174C-ADA18E8F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F08E2-9B6A-D953-7A56-27C95F52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1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721C-4E30-B9E6-BDF5-501F9153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69887-B0C7-EFDF-6BFF-62B221BD3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3711-F23B-3051-8633-D71D6CAD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56980-9145-E924-8F80-399351A0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C6A26-13A3-96A4-949B-0DC072EC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4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66D5-9EFC-6E65-AD3F-5C08D9FE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BC39-BE55-7CD6-B6F7-3330FD901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9C845-6DB3-0B0E-0D83-963F09936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89344-4812-507A-C593-122E500A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AAF97-1DC7-55AE-7895-194B9F0D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AD040-BBB1-D72F-8864-C1091A5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9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5BA9-9B31-0930-384D-666868AA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7C010-AE04-05FF-9A12-7E0DD2BE1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B400E-65D8-1E42-AD83-B4FDF25D4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67845-F7E8-4DBD-286E-3F40978F4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BA9CC-50D1-72D7-DBCD-E6264E1DB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41D5B-E62E-888F-AA76-227D4771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8F46D-D239-81B6-49A9-905CEA6A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4765-6AEE-169D-5746-E8CAA423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4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4F9D-D6D6-2A54-712B-24CD5CDA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4B477-E978-4FCD-3FFD-BF1372B0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663CC-2AE6-470E-56DF-32D226BF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00FDF-05F5-FC15-A522-96F2CDF1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9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42D16-42CF-FDD1-A0BC-C93A9B64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8ABFE-BD91-5B66-D34E-917B1CFC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6269F-806A-9AEB-92D7-DD90D592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6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14A4-F912-B245-C4AF-F5756DCA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F650C-32C5-7353-E935-1123CB3F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CBFD7-FAAF-4113-D5D3-DD409D205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C0E4-CE7C-2BB9-4D48-E95754C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D590-A1CC-8444-40C0-E3965E3B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BB470-5D4A-180D-2439-97F8547D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9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A905-A328-190A-000C-40B1776C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BE269-AA51-9394-3698-62FD25D20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44540-3E75-8862-0265-0E382C6F6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803B5-1D66-48AC-37F4-55F9F3A2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09C6D-A4AE-C9BF-76D1-65FD7AA5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06EB5-6A58-B245-5633-79F97872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8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DC06-36A0-C32E-8373-C5302DFC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3DE12-4A5D-C191-4C76-BF4311292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A2E1-533D-557D-3AB1-E443AD5F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E6DA9-333E-C4AC-260C-2BD485FC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5C6C5-9655-B663-73FD-4413AE5B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8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9D18D-82DD-C9BE-2AB8-C466BAB5C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44563-6951-80BE-D6B9-4E93CDB72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B1F3-DDE1-9657-8D2F-5530BB41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AFA7-1DB3-3ACB-D0CE-30D74934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446DD-B029-EDAF-13C8-11A93D8F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2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A9F0C4-7D63-EB7A-3796-D2F23F16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190A-667B-DB69-6033-D9E8C3168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70FE-D8CA-E9C7-B383-5D2FB303B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21B67-EE8B-4A1F-A2AD-348A8198359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CC353-AF80-B556-EE6C-DC64636ED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61CD-A1AD-775A-7260-972CBB201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0FD73-EC7F-4CEE-88B8-D8FF2DA4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0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09E4B-5683-21DF-0FC5-B13ED5788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AI-Tools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270C9-1C82-9536-7A41-0E4C02559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4984813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XLBooster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2B9D6E17-8BE5-1DB3-E867-6F4C010E3D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56" r="15435" b="1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1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F13D6-FCB6-4F88-90F1-DAC5067B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it-IT" sz="3700"/>
              <a:t>AI Formula Generator - Smart Formula Creation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D6F6-CF10-E48A-635E-1DD797FD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Purpose:</a:t>
            </a:r>
            <a:endParaRPr lang="en-US" sz="2000" dirty="0"/>
          </a:p>
          <a:p>
            <a:r>
              <a:rPr lang="en-US" sz="2000" dirty="0"/>
              <a:t>Automatically generates accurate Excel formulas based on your description</a:t>
            </a:r>
          </a:p>
          <a:p>
            <a:r>
              <a:rPr lang="en-US" sz="2000" dirty="0"/>
              <a:t>Analyzes your sheet structure (headers and data) for context-aware formulas</a:t>
            </a:r>
          </a:p>
          <a:p>
            <a:r>
              <a:rPr lang="en-US" sz="2000" dirty="0"/>
              <a:t>Creates formulas that reference actual columns in your worksheet</a:t>
            </a:r>
          </a:p>
          <a:p>
            <a:endParaRPr lang="en-US" sz="2000" dirty="0"/>
          </a:p>
        </p:txBody>
      </p:sp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6D39D942-DADD-D5AF-4A1E-E84D2740F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49" r="217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9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7ED33-C147-6595-B264-4C3C1DBA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How It Works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3B053C-9154-377E-7242-72E165E43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2778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16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3038CB0-38EF-52A9-8A73-92D58F3F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2B1DD-10F2-99B4-C0BD-74C2DD86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/>
              <a:t>Benefits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0649-7ADB-D6BB-6020-D4FA0BDA2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Autofit/>
          </a:bodyPr>
          <a:lstStyle/>
          <a:p>
            <a:r>
              <a:rPr lang="en-US" sz="1600" dirty="0"/>
              <a:t>No need to remember complex Excel syntax</a:t>
            </a:r>
          </a:p>
          <a:p>
            <a:r>
              <a:rPr lang="en-US" sz="1600" dirty="0"/>
              <a:t>Formulas automatically match your sheet structure</a:t>
            </a:r>
          </a:p>
          <a:p>
            <a:r>
              <a:rPr lang="en-US" sz="1600" dirty="0"/>
              <a:t>Saves hours of manual formula writing</a:t>
            </a:r>
          </a:p>
          <a:p>
            <a:r>
              <a:rPr lang="en-US" sz="1600" dirty="0"/>
              <a:t>Reduces errors by using correct cell references</a:t>
            </a:r>
          </a:p>
          <a:p>
            <a:r>
              <a:rPr lang="en-US" sz="1600" dirty="0"/>
              <a:t>Perfect for both simple calculations and complex scenarios</a:t>
            </a:r>
          </a:p>
          <a:p>
            <a:endParaRPr lang="en-US" sz="1600" dirty="0"/>
          </a:p>
          <a:p>
            <a:pPr marL="457200" lvl="1" indent="0">
              <a:buNone/>
            </a:pPr>
            <a:r>
              <a:rPr lang="en-US" sz="1600" b="1" dirty="0"/>
              <a:t>Example Use:</a:t>
            </a:r>
            <a:br>
              <a:rPr lang="en-US" sz="1600" dirty="0"/>
            </a:br>
            <a:r>
              <a:rPr lang="en-US" sz="1600" dirty="0"/>
              <a:t>Show me total sales for Q1 where region is 'North'" → AI generates the exact SUMIFS formula</a:t>
            </a:r>
          </a:p>
        </p:txBody>
      </p:sp>
    </p:spTree>
    <p:extLst>
      <p:ext uri="{BB962C8B-B14F-4D97-AF65-F5344CB8AC3E}">
        <p14:creationId xmlns:p14="http://schemas.microsoft.com/office/powerpoint/2010/main" val="66691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870CB-852C-C826-DBCA-21443E62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AI Formula Explainer - Understand Any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D4F51-BFC0-DBC6-7295-9169305C0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Purpose:</a:t>
            </a:r>
            <a:endParaRPr lang="en-US" sz="2000" dirty="0"/>
          </a:p>
          <a:p>
            <a:r>
              <a:rPr lang="en-US" sz="2000" dirty="0"/>
              <a:t>Breaks down complex Excel formulas into simple explanations</a:t>
            </a:r>
          </a:p>
          <a:p>
            <a:r>
              <a:rPr lang="en-US" sz="2000" dirty="0"/>
              <a:t>Helps users learn Excel by understanding existing formulas</a:t>
            </a:r>
          </a:p>
          <a:p>
            <a:r>
              <a:rPr lang="en-US" sz="2000" dirty="0"/>
              <a:t>Supports multiple languages for global teams</a:t>
            </a:r>
          </a:p>
          <a:p>
            <a:endParaRPr lang="en-US" sz="2000" dirty="0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45740A9D-A04B-8C51-1C22-260673D6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8" r="2332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0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5FE15-93AB-4A17-9C07-C4B2340B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How It Works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A102F6-6CEC-7A0B-71C0-49B156D83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4347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312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B308-2E24-9C07-378A-D9FA406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b="1" dirty="0"/>
              <a:t>Benefits</a:t>
            </a:r>
            <a:endParaRPr lang="en-US" sz="3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BCBD7-FCAA-202A-F162-1CD3DD705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Autofit/>
          </a:bodyPr>
          <a:lstStyle/>
          <a:p>
            <a:r>
              <a:rPr lang="en-US" sz="1600" dirty="0"/>
              <a:t>Decrypt complex formulas instantly</a:t>
            </a:r>
          </a:p>
          <a:p>
            <a:r>
              <a:rPr lang="en-US" sz="1600" dirty="0"/>
              <a:t>Learn Excel functions while working</a:t>
            </a:r>
          </a:p>
          <a:p>
            <a:r>
              <a:rPr lang="en-US" sz="1600" dirty="0"/>
              <a:t>Multi-language support for international teams</a:t>
            </a:r>
          </a:p>
          <a:p>
            <a:r>
              <a:rPr lang="en-US" sz="1600" dirty="0"/>
              <a:t>Great for training and documentation</a:t>
            </a:r>
          </a:p>
          <a:p>
            <a:r>
              <a:rPr lang="en-US" sz="1600" dirty="0"/>
              <a:t>Understand inherited or complex spreadsheets</a:t>
            </a:r>
          </a:p>
          <a:p>
            <a:endParaRPr lang="en-US" sz="1600" dirty="0"/>
          </a:p>
          <a:p>
            <a:pPr marL="457200" lvl="1" indent="0">
              <a:buNone/>
            </a:pPr>
            <a:r>
              <a:rPr lang="en-US" sz="1600" b="1" dirty="0"/>
              <a:t>Example Output:</a:t>
            </a:r>
          </a:p>
          <a:p>
            <a:pPr marL="457200" lvl="1" indent="0">
              <a:buNone/>
            </a:pPr>
            <a:r>
              <a:rPr lang="en-US" sz="1600" dirty="0"/>
              <a:t>"This SUMIFS formula adds values from the Sales column only when Region equals 'West' and Month equals  January</a:t>
            </a:r>
            <a:endParaRPr lang="en-US" sz="1600" b="1" dirty="0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A97E31EA-02CE-1FAD-964C-1A539EB50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49" r="8225" b="-1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5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53DB-4DFE-A0F4-6377-0A6DA9FC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000"/>
              <a:t>AI Formula Error Detector - Find &amp; Fix Formula Issues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3D21-539A-2BEE-393D-AF28C8AA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r>
              <a:rPr lang="en-US" sz="2000" b="1"/>
              <a:t>Purpose:</a:t>
            </a:r>
            <a:endParaRPr lang="en-US" sz="2000"/>
          </a:p>
          <a:p>
            <a:r>
              <a:rPr lang="en-US" sz="2000"/>
              <a:t>Identifies syntax errors, reference issues, and logical problems</a:t>
            </a:r>
          </a:p>
          <a:p>
            <a:r>
              <a:rPr lang="en-US" sz="2000"/>
              <a:t>Suggests specific fixes for formula errors</a:t>
            </a:r>
          </a:p>
          <a:p>
            <a:r>
              <a:rPr lang="en-US" sz="2000"/>
              <a:t>Validates formulas against your sheet structure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B6CF0-FDFD-8A70-E777-9824C0DD6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2" r="30578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2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42B11-FCEB-9F5B-BD5B-422EDAC9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How It Works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73905-ABF1-0418-1494-A315E16F0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2397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289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E323D-5084-A38B-8BB3-89FD121E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Benefits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293CBB-E6BE-556B-E79F-F71D2BCA0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8071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67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690ABB97-39F5-F9B5-E91F-69F5DC4E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6F7B6-DAEA-7A6B-CB8D-38D73B60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AI Python Script Generator - Advanced Data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07EDFE-2871-01B8-8316-B8C36C0E4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9377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838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83AAAD9-A665-7640-0339-7AB43FB0F1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57777-A97F-DB36-A454-7DADDCB9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How It Works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286F57-5B8B-7B9E-02C6-D4761B9092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1200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391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C4DA01AE-533C-A428-679C-E29E2C9B77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65" r="2536" b="1650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D9B15-D744-879B-669E-3E0C4734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Benefits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E618EA-808C-BEAB-AD3C-6E037149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2887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8899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C785FE-2B17-C61C-6F0B-B6FD73C3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it-IT" sz="4100">
                <a:solidFill>
                  <a:schemeClr val="bg1"/>
                </a:solidFill>
              </a:rPr>
              <a:t>AI Comment Generator - Automatic Cell Documentation</a:t>
            </a:r>
            <a:endParaRPr lang="en-US" sz="4100">
              <a:solidFill>
                <a:schemeClr val="bg1"/>
              </a:solidFill>
            </a:endParaRP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38AC5B72-FA8F-4AF8-ECBB-A551038B8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4134918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81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C2D6DD8-FAD6-401D-9DE6-71DD04C98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61" name="Color">
              <a:extLst>
                <a:ext uri="{FF2B5EF4-FFF2-40B4-BE49-F238E27FC236}">
                  <a16:creationId xmlns:a16="http://schemas.microsoft.com/office/drawing/2014/main" id="{1BAD33E9-3181-4B0F-B82D-384777D81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Color">
              <a:extLst>
                <a:ext uri="{FF2B5EF4-FFF2-40B4-BE49-F238E27FC236}">
                  <a16:creationId xmlns:a16="http://schemas.microsoft.com/office/drawing/2014/main" id="{CF64871D-491F-4731-8BF2-391FF2F06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A8C8BD-870A-D503-00B0-03B9CC0F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How It Works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C9D132-F051-B29D-BBA0-7B27EEFF3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68757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2736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B76730-1C95-3A5F-14C6-320D1D33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Benefits</a:t>
            </a:r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C26C50-C8C2-80DA-46B8-4C5F574E6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61497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54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578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AI-Tools</vt:lpstr>
      <vt:lpstr>AI Formula Generator - Smart Formula Creation</vt:lpstr>
      <vt:lpstr>How It Works</vt:lpstr>
      <vt:lpstr>Benefits</vt:lpstr>
      <vt:lpstr>AI Formula Explainer - Understand Any Formula</vt:lpstr>
      <vt:lpstr>How It Works</vt:lpstr>
      <vt:lpstr>Benefits</vt:lpstr>
      <vt:lpstr>AI Formula Error Detector - Find &amp; Fix Formula Issues</vt:lpstr>
      <vt:lpstr>How It Works</vt:lpstr>
      <vt:lpstr>Benefits</vt:lpstr>
      <vt:lpstr>AI Python Script Generator - Advanced Data Analysis</vt:lpstr>
      <vt:lpstr>How It Works</vt:lpstr>
      <vt:lpstr>Benefits</vt:lpstr>
      <vt:lpstr>AI Comment Generator - Automatic Cell Documentation</vt:lpstr>
      <vt:lpstr>How It Works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4</cp:revision>
  <dcterms:created xsi:type="dcterms:W3CDTF">2026-01-14T11:58:29Z</dcterms:created>
  <dcterms:modified xsi:type="dcterms:W3CDTF">2026-01-14T14:45:29Z</dcterms:modified>
</cp:coreProperties>
</file>