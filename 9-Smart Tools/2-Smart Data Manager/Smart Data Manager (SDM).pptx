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 snapToGrid="0">
      <p:cViewPr varScale="1">
        <p:scale>
          <a:sx n="70" d="100"/>
          <a:sy n="70" d="100"/>
        </p:scale>
        <p:origin x="25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61E1C1-6AD7-4DAD-AA18-44E41E7FDD6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F7D6AEF-BF96-4C5C-95B4-FD9FDEDABA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 Integrity Risks:</a:t>
          </a:r>
          <a:r>
            <a:rPr lang="en-US"/>
            <a:t> Accidental deletion of rows or formulas while typing.</a:t>
          </a:r>
        </a:p>
      </dgm:t>
    </dgm:pt>
    <dgm:pt modelId="{7306D945-CD68-4944-B01C-B2DE8556FBDB}" type="parTrans" cxnId="{73B5E51D-E461-4694-B597-3810BC666682}">
      <dgm:prSet/>
      <dgm:spPr/>
      <dgm:t>
        <a:bodyPr/>
        <a:lstStyle/>
        <a:p>
          <a:endParaRPr lang="en-US"/>
        </a:p>
      </dgm:t>
    </dgm:pt>
    <dgm:pt modelId="{2A4D32D1-8A06-4776-B68A-57FF0B80CD71}" type="sibTrans" cxnId="{73B5E51D-E461-4694-B597-3810BC666682}">
      <dgm:prSet/>
      <dgm:spPr/>
      <dgm:t>
        <a:bodyPr/>
        <a:lstStyle/>
        <a:p>
          <a:endParaRPr lang="en-US"/>
        </a:p>
      </dgm:t>
    </dgm:pt>
    <dgm:pt modelId="{50224F87-E08B-4870-874D-685F883F00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Performance Lag:</a:t>
          </a:r>
          <a:r>
            <a:rPr lang="en-US"/>
            <a:t> Excel slows down with large datasets (50k+ rows).</a:t>
          </a:r>
        </a:p>
      </dgm:t>
    </dgm:pt>
    <dgm:pt modelId="{C57AD4BB-D371-4C1E-8AAF-7E8D1E231468}" type="parTrans" cxnId="{54B27CE9-33B0-4D13-9004-34FC95C40614}">
      <dgm:prSet/>
      <dgm:spPr/>
      <dgm:t>
        <a:bodyPr/>
        <a:lstStyle/>
        <a:p>
          <a:endParaRPr lang="en-US"/>
        </a:p>
      </dgm:t>
    </dgm:pt>
    <dgm:pt modelId="{9E8C7A41-069C-49A1-8F8D-B39AFAF721CC}" type="sibTrans" cxnId="{54B27CE9-33B0-4D13-9004-34FC95C40614}">
      <dgm:prSet/>
      <dgm:spPr/>
      <dgm:t>
        <a:bodyPr/>
        <a:lstStyle/>
        <a:p>
          <a:endParaRPr lang="en-US"/>
        </a:p>
      </dgm:t>
    </dgm:pt>
    <dgm:pt modelId="{2F6B2939-10F3-48B9-8E10-B4F6AE5C02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Complex Filtering:</a:t>
          </a:r>
          <a:r>
            <a:rPr lang="en-US"/>
            <a:t> Difficult to filter by specific date ranges or values (e.g., Value &gt; 5000).</a:t>
          </a:r>
        </a:p>
      </dgm:t>
    </dgm:pt>
    <dgm:pt modelId="{83771B13-7CAC-4A7B-866B-D114FD94BEC9}" type="parTrans" cxnId="{0B2C29E1-2270-4827-BA7B-33A90D56201F}">
      <dgm:prSet/>
      <dgm:spPr/>
      <dgm:t>
        <a:bodyPr/>
        <a:lstStyle/>
        <a:p>
          <a:endParaRPr lang="en-US"/>
        </a:p>
      </dgm:t>
    </dgm:pt>
    <dgm:pt modelId="{AF5EEA6E-4B36-4156-9D48-2E1D3F44FCD8}" type="sibTrans" cxnId="{0B2C29E1-2270-4827-BA7B-33A90D56201F}">
      <dgm:prSet/>
      <dgm:spPr/>
      <dgm:t>
        <a:bodyPr/>
        <a:lstStyle/>
        <a:p>
          <a:endParaRPr lang="en-US"/>
        </a:p>
      </dgm:t>
    </dgm:pt>
    <dgm:pt modelId="{27DAC87C-5CF4-4FC0-9923-2A9D119F71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Lack of Reporting:</a:t>
          </a:r>
          <a:r>
            <a:rPr lang="en-US"/>
            <a:t> No instant way to generate professional PDF reports.</a:t>
          </a:r>
        </a:p>
      </dgm:t>
    </dgm:pt>
    <dgm:pt modelId="{D9707D88-2D33-46DC-A613-2E3E24A7F1C2}" type="parTrans" cxnId="{9A8EABB7-7A9E-4287-ABCD-5FA2393B25D6}">
      <dgm:prSet/>
      <dgm:spPr/>
      <dgm:t>
        <a:bodyPr/>
        <a:lstStyle/>
        <a:p>
          <a:endParaRPr lang="en-US"/>
        </a:p>
      </dgm:t>
    </dgm:pt>
    <dgm:pt modelId="{FECCED25-57D0-40FF-8344-FF48866F8A2C}" type="sibTrans" cxnId="{9A8EABB7-7A9E-4287-ABCD-5FA2393B25D6}">
      <dgm:prSet/>
      <dgm:spPr/>
      <dgm:t>
        <a:bodyPr/>
        <a:lstStyle/>
        <a:p>
          <a:endParaRPr lang="en-US"/>
        </a:p>
      </dgm:t>
    </dgm:pt>
    <dgm:pt modelId="{7006BA90-AD96-4FDD-A336-4B9F4536CE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Time Consuming:</a:t>
          </a:r>
          <a:r>
            <a:rPr lang="en-US"/>
            <a:t> Manual data entry takes too much time.</a:t>
          </a:r>
        </a:p>
      </dgm:t>
    </dgm:pt>
    <dgm:pt modelId="{B0649706-1EFF-45AF-BA2C-13580BE71FA5}" type="parTrans" cxnId="{AFA47E0D-D495-4A90-9559-273728994499}">
      <dgm:prSet/>
      <dgm:spPr/>
      <dgm:t>
        <a:bodyPr/>
        <a:lstStyle/>
        <a:p>
          <a:endParaRPr lang="en-US"/>
        </a:p>
      </dgm:t>
    </dgm:pt>
    <dgm:pt modelId="{89812034-70A1-47F9-8944-A7169CFB28F4}" type="sibTrans" cxnId="{AFA47E0D-D495-4A90-9559-273728994499}">
      <dgm:prSet/>
      <dgm:spPr/>
      <dgm:t>
        <a:bodyPr/>
        <a:lstStyle/>
        <a:p>
          <a:endParaRPr lang="en-US"/>
        </a:p>
      </dgm:t>
    </dgm:pt>
    <dgm:pt modelId="{D6EF4866-69FE-437B-8DA7-66952C2F54E6}" type="pres">
      <dgm:prSet presAssocID="{DE61E1C1-6AD7-4DAD-AA18-44E41E7FDD66}" presName="root" presStyleCnt="0">
        <dgm:presLayoutVars>
          <dgm:dir/>
          <dgm:resizeHandles val="exact"/>
        </dgm:presLayoutVars>
      </dgm:prSet>
      <dgm:spPr/>
    </dgm:pt>
    <dgm:pt modelId="{0B7353A7-7C1A-462D-9296-6B847A443F9A}" type="pres">
      <dgm:prSet presAssocID="{9F7D6AEF-BF96-4C5C-95B4-FD9FDEDABAB2}" presName="compNode" presStyleCnt="0"/>
      <dgm:spPr/>
    </dgm:pt>
    <dgm:pt modelId="{957719B0-BD6A-433D-AC12-7DA908CC998B}" type="pres">
      <dgm:prSet presAssocID="{9F7D6AEF-BF96-4C5C-95B4-FD9FDEDABAB2}" presName="bgRect" presStyleLbl="bgShp" presStyleIdx="0" presStyleCnt="5"/>
      <dgm:spPr/>
    </dgm:pt>
    <dgm:pt modelId="{74531C07-E68E-4CF8-9C14-ADE8380177B5}" type="pres">
      <dgm:prSet presAssocID="{9F7D6AEF-BF96-4C5C-95B4-FD9FDEDABAB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683B550-30E6-4B2D-82B3-44EAA168C86F}" type="pres">
      <dgm:prSet presAssocID="{9F7D6AEF-BF96-4C5C-95B4-FD9FDEDABAB2}" presName="spaceRect" presStyleCnt="0"/>
      <dgm:spPr/>
    </dgm:pt>
    <dgm:pt modelId="{094370A2-0289-4742-9869-61716C0A4073}" type="pres">
      <dgm:prSet presAssocID="{9F7D6AEF-BF96-4C5C-95B4-FD9FDEDABAB2}" presName="parTx" presStyleLbl="revTx" presStyleIdx="0" presStyleCnt="5">
        <dgm:presLayoutVars>
          <dgm:chMax val="0"/>
          <dgm:chPref val="0"/>
        </dgm:presLayoutVars>
      </dgm:prSet>
      <dgm:spPr/>
    </dgm:pt>
    <dgm:pt modelId="{FB16A9FD-4732-452C-99AE-7EB05F113E5A}" type="pres">
      <dgm:prSet presAssocID="{2A4D32D1-8A06-4776-B68A-57FF0B80CD71}" presName="sibTrans" presStyleCnt="0"/>
      <dgm:spPr/>
    </dgm:pt>
    <dgm:pt modelId="{896866EB-90A6-4A18-9BB9-8C30319D5F4F}" type="pres">
      <dgm:prSet presAssocID="{50224F87-E08B-4870-874D-685F883F0092}" presName="compNode" presStyleCnt="0"/>
      <dgm:spPr/>
    </dgm:pt>
    <dgm:pt modelId="{2F2861AD-0AF6-418F-86E6-4267E1915072}" type="pres">
      <dgm:prSet presAssocID="{50224F87-E08B-4870-874D-685F883F0092}" presName="bgRect" presStyleLbl="bgShp" presStyleIdx="1" presStyleCnt="5"/>
      <dgm:spPr/>
    </dgm:pt>
    <dgm:pt modelId="{936EB5A1-53CD-4AEB-BEDC-58E2F6EA091E}" type="pres">
      <dgm:prSet presAssocID="{50224F87-E08B-4870-874D-685F883F009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2E0FBBD-5E09-4F7E-80D3-9D7EA4EA9A0C}" type="pres">
      <dgm:prSet presAssocID="{50224F87-E08B-4870-874D-685F883F0092}" presName="spaceRect" presStyleCnt="0"/>
      <dgm:spPr/>
    </dgm:pt>
    <dgm:pt modelId="{0EF6C001-798F-468E-8F2D-66C331CBB681}" type="pres">
      <dgm:prSet presAssocID="{50224F87-E08B-4870-874D-685F883F0092}" presName="parTx" presStyleLbl="revTx" presStyleIdx="1" presStyleCnt="5">
        <dgm:presLayoutVars>
          <dgm:chMax val="0"/>
          <dgm:chPref val="0"/>
        </dgm:presLayoutVars>
      </dgm:prSet>
      <dgm:spPr/>
    </dgm:pt>
    <dgm:pt modelId="{C3666EC6-B1AE-46EE-A96C-63939324C93B}" type="pres">
      <dgm:prSet presAssocID="{9E8C7A41-069C-49A1-8F8D-B39AFAF721CC}" presName="sibTrans" presStyleCnt="0"/>
      <dgm:spPr/>
    </dgm:pt>
    <dgm:pt modelId="{D1E058CB-4808-4638-835F-CDA69D81314D}" type="pres">
      <dgm:prSet presAssocID="{2F6B2939-10F3-48B9-8E10-B4F6AE5C0254}" presName="compNode" presStyleCnt="0"/>
      <dgm:spPr/>
    </dgm:pt>
    <dgm:pt modelId="{A02E4663-2FFD-427C-B158-DE4009A63F2B}" type="pres">
      <dgm:prSet presAssocID="{2F6B2939-10F3-48B9-8E10-B4F6AE5C0254}" presName="bgRect" presStyleLbl="bgShp" presStyleIdx="2" presStyleCnt="5"/>
      <dgm:spPr/>
    </dgm:pt>
    <dgm:pt modelId="{04A22918-D3F0-4990-8125-D3DB8D55A61C}" type="pres">
      <dgm:prSet presAssocID="{2F6B2939-10F3-48B9-8E10-B4F6AE5C025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B4B710B5-3201-4417-BDB4-D7B3CA12A88A}" type="pres">
      <dgm:prSet presAssocID="{2F6B2939-10F3-48B9-8E10-B4F6AE5C0254}" presName="spaceRect" presStyleCnt="0"/>
      <dgm:spPr/>
    </dgm:pt>
    <dgm:pt modelId="{9A31C685-FB91-4AB5-A6AA-2F9C49028BE2}" type="pres">
      <dgm:prSet presAssocID="{2F6B2939-10F3-48B9-8E10-B4F6AE5C0254}" presName="parTx" presStyleLbl="revTx" presStyleIdx="2" presStyleCnt="5">
        <dgm:presLayoutVars>
          <dgm:chMax val="0"/>
          <dgm:chPref val="0"/>
        </dgm:presLayoutVars>
      </dgm:prSet>
      <dgm:spPr/>
    </dgm:pt>
    <dgm:pt modelId="{FB25FE05-DDD4-4A0D-A1D6-1DB2C80D260F}" type="pres">
      <dgm:prSet presAssocID="{AF5EEA6E-4B36-4156-9D48-2E1D3F44FCD8}" presName="sibTrans" presStyleCnt="0"/>
      <dgm:spPr/>
    </dgm:pt>
    <dgm:pt modelId="{97DFEA4D-B77E-4136-B2C3-3928E9EABB7D}" type="pres">
      <dgm:prSet presAssocID="{27DAC87C-5CF4-4FC0-9923-2A9D119F7191}" presName="compNode" presStyleCnt="0"/>
      <dgm:spPr/>
    </dgm:pt>
    <dgm:pt modelId="{275ABA11-4398-45B0-A3BD-A25849453A7E}" type="pres">
      <dgm:prSet presAssocID="{27DAC87C-5CF4-4FC0-9923-2A9D119F7191}" presName="bgRect" presStyleLbl="bgShp" presStyleIdx="3" presStyleCnt="5"/>
      <dgm:spPr/>
    </dgm:pt>
    <dgm:pt modelId="{9870607B-678B-42F0-AA56-6CFEABEBE5AC}" type="pres">
      <dgm:prSet presAssocID="{27DAC87C-5CF4-4FC0-9923-2A9D119F719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2CC39635-5049-42F8-A3F7-9224E96592CB}" type="pres">
      <dgm:prSet presAssocID="{27DAC87C-5CF4-4FC0-9923-2A9D119F7191}" presName="spaceRect" presStyleCnt="0"/>
      <dgm:spPr/>
    </dgm:pt>
    <dgm:pt modelId="{92FCE47F-186A-4D20-9CF6-A7E881FDF668}" type="pres">
      <dgm:prSet presAssocID="{27DAC87C-5CF4-4FC0-9923-2A9D119F7191}" presName="parTx" presStyleLbl="revTx" presStyleIdx="3" presStyleCnt="5">
        <dgm:presLayoutVars>
          <dgm:chMax val="0"/>
          <dgm:chPref val="0"/>
        </dgm:presLayoutVars>
      </dgm:prSet>
      <dgm:spPr/>
    </dgm:pt>
    <dgm:pt modelId="{265BE58E-9048-4569-87B1-925F5542550D}" type="pres">
      <dgm:prSet presAssocID="{FECCED25-57D0-40FF-8344-FF48866F8A2C}" presName="sibTrans" presStyleCnt="0"/>
      <dgm:spPr/>
    </dgm:pt>
    <dgm:pt modelId="{1DA8DC76-A434-44F9-8F5C-E020CF12E408}" type="pres">
      <dgm:prSet presAssocID="{7006BA90-AD96-4FDD-A336-4B9F4536CE48}" presName="compNode" presStyleCnt="0"/>
      <dgm:spPr/>
    </dgm:pt>
    <dgm:pt modelId="{033CD290-002F-41EB-BC09-5B0E38C0F9F0}" type="pres">
      <dgm:prSet presAssocID="{7006BA90-AD96-4FDD-A336-4B9F4536CE48}" presName="bgRect" presStyleLbl="bgShp" presStyleIdx="4" presStyleCnt="5"/>
      <dgm:spPr/>
    </dgm:pt>
    <dgm:pt modelId="{B4B1E243-D5D9-41BA-8C79-F1CC24CDC743}" type="pres">
      <dgm:prSet presAssocID="{7006BA90-AD96-4FDD-A336-4B9F4536CE4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CDD68BDD-E338-4F06-A20A-D62BDF5D177E}" type="pres">
      <dgm:prSet presAssocID="{7006BA90-AD96-4FDD-A336-4B9F4536CE48}" presName="spaceRect" presStyleCnt="0"/>
      <dgm:spPr/>
    </dgm:pt>
    <dgm:pt modelId="{D3947D1C-A7A3-4375-A03F-6FCE2F92BAC9}" type="pres">
      <dgm:prSet presAssocID="{7006BA90-AD96-4FDD-A336-4B9F4536CE4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FA47E0D-D495-4A90-9559-273728994499}" srcId="{DE61E1C1-6AD7-4DAD-AA18-44E41E7FDD66}" destId="{7006BA90-AD96-4FDD-A336-4B9F4536CE48}" srcOrd="4" destOrd="0" parTransId="{B0649706-1EFF-45AF-BA2C-13580BE71FA5}" sibTransId="{89812034-70A1-47F9-8944-A7169CFB28F4}"/>
    <dgm:cxn modelId="{6EAAFA19-655A-4156-8728-BC6D099C8C41}" type="presOf" srcId="{7006BA90-AD96-4FDD-A336-4B9F4536CE48}" destId="{D3947D1C-A7A3-4375-A03F-6FCE2F92BAC9}" srcOrd="0" destOrd="0" presId="urn:microsoft.com/office/officeart/2018/2/layout/IconVerticalSolidList"/>
    <dgm:cxn modelId="{73B5E51D-E461-4694-B597-3810BC666682}" srcId="{DE61E1C1-6AD7-4DAD-AA18-44E41E7FDD66}" destId="{9F7D6AEF-BF96-4C5C-95B4-FD9FDEDABAB2}" srcOrd="0" destOrd="0" parTransId="{7306D945-CD68-4944-B01C-B2DE8556FBDB}" sibTransId="{2A4D32D1-8A06-4776-B68A-57FF0B80CD71}"/>
    <dgm:cxn modelId="{76C3FC6A-4E3B-4835-964D-E978B51C8D8F}" type="presOf" srcId="{9F7D6AEF-BF96-4C5C-95B4-FD9FDEDABAB2}" destId="{094370A2-0289-4742-9869-61716C0A4073}" srcOrd="0" destOrd="0" presId="urn:microsoft.com/office/officeart/2018/2/layout/IconVerticalSolidList"/>
    <dgm:cxn modelId="{4704C283-B04F-40DA-93D1-B58C15FE6BBA}" type="presOf" srcId="{2F6B2939-10F3-48B9-8E10-B4F6AE5C0254}" destId="{9A31C685-FB91-4AB5-A6AA-2F9C49028BE2}" srcOrd="0" destOrd="0" presId="urn:microsoft.com/office/officeart/2018/2/layout/IconVerticalSolidList"/>
    <dgm:cxn modelId="{0028B9A3-7D9E-422B-ADCE-29DC1BE78AA7}" type="presOf" srcId="{27DAC87C-5CF4-4FC0-9923-2A9D119F7191}" destId="{92FCE47F-186A-4D20-9CF6-A7E881FDF668}" srcOrd="0" destOrd="0" presId="urn:microsoft.com/office/officeart/2018/2/layout/IconVerticalSolidList"/>
    <dgm:cxn modelId="{6DF454AF-D090-4576-B34D-9B642A79FF07}" type="presOf" srcId="{50224F87-E08B-4870-874D-685F883F0092}" destId="{0EF6C001-798F-468E-8F2D-66C331CBB681}" srcOrd="0" destOrd="0" presId="urn:microsoft.com/office/officeart/2018/2/layout/IconVerticalSolidList"/>
    <dgm:cxn modelId="{52E495B6-E190-425D-B79A-4C375CEC64AC}" type="presOf" srcId="{DE61E1C1-6AD7-4DAD-AA18-44E41E7FDD66}" destId="{D6EF4866-69FE-437B-8DA7-66952C2F54E6}" srcOrd="0" destOrd="0" presId="urn:microsoft.com/office/officeart/2018/2/layout/IconVerticalSolidList"/>
    <dgm:cxn modelId="{9A8EABB7-7A9E-4287-ABCD-5FA2393B25D6}" srcId="{DE61E1C1-6AD7-4DAD-AA18-44E41E7FDD66}" destId="{27DAC87C-5CF4-4FC0-9923-2A9D119F7191}" srcOrd="3" destOrd="0" parTransId="{D9707D88-2D33-46DC-A613-2E3E24A7F1C2}" sibTransId="{FECCED25-57D0-40FF-8344-FF48866F8A2C}"/>
    <dgm:cxn modelId="{0B2C29E1-2270-4827-BA7B-33A90D56201F}" srcId="{DE61E1C1-6AD7-4DAD-AA18-44E41E7FDD66}" destId="{2F6B2939-10F3-48B9-8E10-B4F6AE5C0254}" srcOrd="2" destOrd="0" parTransId="{83771B13-7CAC-4A7B-866B-D114FD94BEC9}" sibTransId="{AF5EEA6E-4B36-4156-9D48-2E1D3F44FCD8}"/>
    <dgm:cxn modelId="{54B27CE9-33B0-4D13-9004-34FC95C40614}" srcId="{DE61E1C1-6AD7-4DAD-AA18-44E41E7FDD66}" destId="{50224F87-E08B-4870-874D-685F883F0092}" srcOrd="1" destOrd="0" parTransId="{C57AD4BB-D371-4C1E-8AAF-7E8D1E231468}" sibTransId="{9E8C7A41-069C-49A1-8F8D-B39AFAF721CC}"/>
    <dgm:cxn modelId="{58005820-EDD5-4530-BD96-32A426C1F0C8}" type="presParOf" srcId="{D6EF4866-69FE-437B-8DA7-66952C2F54E6}" destId="{0B7353A7-7C1A-462D-9296-6B847A443F9A}" srcOrd="0" destOrd="0" presId="urn:microsoft.com/office/officeart/2018/2/layout/IconVerticalSolidList"/>
    <dgm:cxn modelId="{C8E799F2-7900-45DC-8A71-A006FF80DB52}" type="presParOf" srcId="{0B7353A7-7C1A-462D-9296-6B847A443F9A}" destId="{957719B0-BD6A-433D-AC12-7DA908CC998B}" srcOrd="0" destOrd="0" presId="urn:microsoft.com/office/officeart/2018/2/layout/IconVerticalSolidList"/>
    <dgm:cxn modelId="{99E19321-87DA-49F1-AD85-72DDD582804D}" type="presParOf" srcId="{0B7353A7-7C1A-462D-9296-6B847A443F9A}" destId="{74531C07-E68E-4CF8-9C14-ADE8380177B5}" srcOrd="1" destOrd="0" presId="urn:microsoft.com/office/officeart/2018/2/layout/IconVerticalSolidList"/>
    <dgm:cxn modelId="{6DFE9F3E-1200-49E9-B602-BB3F15B6FFF2}" type="presParOf" srcId="{0B7353A7-7C1A-462D-9296-6B847A443F9A}" destId="{7683B550-30E6-4B2D-82B3-44EAA168C86F}" srcOrd="2" destOrd="0" presId="urn:microsoft.com/office/officeart/2018/2/layout/IconVerticalSolidList"/>
    <dgm:cxn modelId="{D61FF797-DA51-4B54-804D-304DEC69C6E7}" type="presParOf" srcId="{0B7353A7-7C1A-462D-9296-6B847A443F9A}" destId="{094370A2-0289-4742-9869-61716C0A4073}" srcOrd="3" destOrd="0" presId="urn:microsoft.com/office/officeart/2018/2/layout/IconVerticalSolidList"/>
    <dgm:cxn modelId="{DE20B5C3-8945-4365-9E46-6DA669A60B6C}" type="presParOf" srcId="{D6EF4866-69FE-437B-8DA7-66952C2F54E6}" destId="{FB16A9FD-4732-452C-99AE-7EB05F113E5A}" srcOrd="1" destOrd="0" presId="urn:microsoft.com/office/officeart/2018/2/layout/IconVerticalSolidList"/>
    <dgm:cxn modelId="{31F26D74-EBEB-4013-AA6A-A6CFB3233D4D}" type="presParOf" srcId="{D6EF4866-69FE-437B-8DA7-66952C2F54E6}" destId="{896866EB-90A6-4A18-9BB9-8C30319D5F4F}" srcOrd="2" destOrd="0" presId="urn:microsoft.com/office/officeart/2018/2/layout/IconVerticalSolidList"/>
    <dgm:cxn modelId="{48CCF53A-5592-4A01-8F21-9EFFD87B4177}" type="presParOf" srcId="{896866EB-90A6-4A18-9BB9-8C30319D5F4F}" destId="{2F2861AD-0AF6-418F-86E6-4267E1915072}" srcOrd="0" destOrd="0" presId="urn:microsoft.com/office/officeart/2018/2/layout/IconVerticalSolidList"/>
    <dgm:cxn modelId="{5D91AA64-CC1D-489D-B28F-040DBAF4304A}" type="presParOf" srcId="{896866EB-90A6-4A18-9BB9-8C30319D5F4F}" destId="{936EB5A1-53CD-4AEB-BEDC-58E2F6EA091E}" srcOrd="1" destOrd="0" presId="urn:microsoft.com/office/officeart/2018/2/layout/IconVerticalSolidList"/>
    <dgm:cxn modelId="{EA31A1DE-E678-40BB-84CC-E18D22A99C86}" type="presParOf" srcId="{896866EB-90A6-4A18-9BB9-8C30319D5F4F}" destId="{72E0FBBD-5E09-4F7E-80D3-9D7EA4EA9A0C}" srcOrd="2" destOrd="0" presId="urn:microsoft.com/office/officeart/2018/2/layout/IconVerticalSolidList"/>
    <dgm:cxn modelId="{AD89C104-4A88-4ED4-9BF0-76A802ABD0B2}" type="presParOf" srcId="{896866EB-90A6-4A18-9BB9-8C30319D5F4F}" destId="{0EF6C001-798F-468E-8F2D-66C331CBB681}" srcOrd="3" destOrd="0" presId="urn:microsoft.com/office/officeart/2018/2/layout/IconVerticalSolidList"/>
    <dgm:cxn modelId="{791D23DC-7817-42F1-8210-DD7A775DF1CB}" type="presParOf" srcId="{D6EF4866-69FE-437B-8DA7-66952C2F54E6}" destId="{C3666EC6-B1AE-46EE-A96C-63939324C93B}" srcOrd="3" destOrd="0" presId="urn:microsoft.com/office/officeart/2018/2/layout/IconVerticalSolidList"/>
    <dgm:cxn modelId="{D70D8DD4-8546-4DC5-8432-481B62044673}" type="presParOf" srcId="{D6EF4866-69FE-437B-8DA7-66952C2F54E6}" destId="{D1E058CB-4808-4638-835F-CDA69D81314D}" srcOrd="4" destOrd="0" presId="urn:microsoft.com/office/officeart/2018/2/layout/IconVerticalSolidList"/>
    <dgm:cxn modelId="{6BA0E027-4E10-4486-BEC0-19423175F712}" type="presParOf" srcId="{D1E058CB-4808-4638-835F-CDA69D81314D}" destId="{A02E4663-2FFD-427C-B158-DE4009A63F2B}" srcOrd="0" destOrd="0" presId="urn:microsoft.com/office/officeart/2018/2/layout/IconVerticalSolidList"/>
    <dgm:cxn modelId="{91C5A56D-DEF4-4A36-ACB3-E1AD268FFDC8}" type="presParOf" srcId="{D1E058CB-4808-4638-835F-CDA69D81314D}" destId="{04A22918-D3F0-4990-8125-D3DB8D55A61C}" srcOrd="1" destOrd="0" presId="urn:microsoft.com/office/officeart/2018/2/layout/IconVerticalSolidList"/>
    <dgm:cxn modelId="{9C107096-53A0-4E4F-A7E5-E94858564AAF}" type="presParOf" srcId="{D1E058CB-4808-4638-835F-CDA69D81314D}" destId="{B4B710B5-3201-4417-BDB4-D7B3CA12A88A}" srcOrd="2" destOrd="0" presId="urn:microsoft.com/office/officeart/2018/2/layout/IconVerticalSolidList"/>
    <dgm:cxn modelId="{C29FFCE8-4189-4E52-A7EA-525FC17E23F4}" type="presParOf" srcId="{D1E058CB-4808-4638-835F-CDA69D81314D}" destId="{9A31C685-FB91-4AB5-A6AA-2F9C49028BE2}" srcOrd="3" destOrd="0" presId="urn:microsoft.com/office/officeart/2018/2/layout/IconVerticalSolidList"/>
    <dgm:cxn modelId="{78F66B78-2218-4C8D-96AC-2412F1A99421}" type="presParOf" srcId="{D6EF4866-69FE-437B-8DA7-66952C2F54E6}" destId="{FB25FE05-DDD4-4A0D-A1D6-1DB2C80D260F}" srcOrd="5" destOrd="0" presId="urn:microsoft.com/office/officeart/2018/2/layout/IconVerticalSolidList"/>
    <dgm:cxn modelId="{A9F03C64-DA35-4973-8DEE-8F7F7028443E}" type="presParOf" srcId="{D6EF4866-69FE-437B-8DA7-66952C2F54E6}" destId="{97DFEA4D-B77E-4136-B2C3-3928E9EABB7D}" srcOrd="6" destOrd="0" presId="urn:microsoft.com/office/officeart/2018/2/layout/IconVerticalSolidList"/>
    <dgm:cxn modelId="{F9568253-E610-4125-96F2-DDDC746440F0}" type="presParOf" srcId="{97DFEA4D-B77E-4136-B2C3-3928E9EABB7D}" destId="{275ABA11-4398-45B0-A3BD-A25849453A7E}" srcOrd="0" destOrd="0" presId="urn:microsoft.com/office/officeart/2018/2/layout/IconVerticalSolidList"/>
    <dgm:cxn modelId="{7ED9C8FA-25B1-472D-A93E-F3938BB673A1}" type="presParOf" srcId="{97DFEA4D-B77E-4136-B2C3-3928E9EABB7D}" destId="{9870607B-678B-42F0-AA56-6CFEABEBE5AC}" srcOrd="1" destOrd="0" presId="urn:microsoft.com/office/officeart/2018/2/layout/IconVerticalSolidList"/>
    <dgm:cxn modelId="{C206B0E4-EF77-4692-85CE-BCB76F0AF84E}" type="presParOf" srcId="{97DFEA4D-B77E-4136-B2C3-3928E9EABB7D}" destId="{2CC39635-5049-42F8-A3F7-9224E96592CB}" srcOrd="2" destOrd="0" presId="urn:microsoft.com/office/officeart/2018/2/layout/IconVerticalSolidList"/>
    <dgm:cxn modelId="{0A6D006F-BAF6-462E-9BD7-69B811E09EE0}" type="presParOf" srcId="{97DFEA4D-B77E-4136-B2C3-3928E9EABB7D}" destId="{92FCE47F-186A-4D20-9CF6-A7E881FDF668}" srcOrd="3" destOrd="0" presId="urn:microsoft.com/office/officeart/2018/2/layout/IconVerticalSolidList"/>
    <dgm:cxn modelId="{B233BCD1-7CFE-460F-A2AE-D720735AB253}" type="presParOf" srcId="{D6EF4866-69FE-437B-8DA7-66952C2F54E6}" destId="{265BE58E-9048-4569-87B1-925F5542550D}" srcOrd="7" destOrd="0" presId="urn:microsoft.com/office/officeart/2018/2/layout/IconVerticalSolidList"/>
    <dgm:cxn modelId="{E77F9D7D-0409-4527-82C3-0787E8643842}" type="presParOf" srcId="{D6EF4866-69FE-437B-8DA7-66952C2F54E6}" destId="{1DA8DC76-A434-44F9-8F5C-E020CF12E408}" srcOrd="8" destOrd="0" presId="urn:microsoft.com/office/officeart/2018/2/layout/IconVerticalSolidList"/>
    <dgm:cxn modelId="{6A00BF29-AEB2-468C-8628-C0A2566BFED0}" type="presParOf" srcId="{1DA8DC76-A434-44F9-8F5C-E020CF12E408}" destId="{033CD290-002F-41EB-BC09-5B0E38C0F9F0}" srcOrd="0" destOrd="0" presId="urn:microsoft.com/office/officeart/2018/2/layout/IconVerticalSolidList"/>
    <dgm:cxn modelId="{450B3D5E-7E82-4A30-9EAF-B6CFD4CD9A4D}" type="presParOf" srcId="{1DA8DC76-A434-44F9-8F5C-E020CF12E408}" destId="{B4B1E243-D5D9-41BA-8C79-F1CC24CDC743}" srcOrd="1" destOrd="0" presId="urn:microsoft.com/office/officeart/2018/2/layout/IconVerticalSolidList"/>
    <dgm:cxn modelId="{C92C9642-15D9-4DB5-9C2B-6AE29E1CB0A3}" type="presParOf" srcId="{1DA8DC76-A434-44F9-8F5C-E020CF12E408}" destId="{CDD68BDD-E338-4F06-A20A-D62BDF5D177E}" srcOrd="2" destOrd="0" presId="urn:microsoft.com/office/officeart/2018/2/layout/IconVerticalSolidList"/>
    <dgm:cxn modelId="{30FBAF31-C523-4480-92E3-67211AD97DAC}" type="presParOf" srcId="{1DA8DC76-A434-44F9-8F5C-E020CF12E408}" destId="{D3947D1C-A7A3-4375-A03F-6FCE2F92BAC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B26D89-E767-4A74-B119-6AC812C4B12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B9CB865-DA8D-4752-B8E5-A94017948D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Dynamic UserForm:</a:t>
          </a:r>
          <a:r>
            <a:rPr lang="en-US"/>
            <a:t> Automatically generates inputs based on column headers.</a:t>
          </a:r>
        </a:p>
      </dgm:t>
    </dgm:pt>
    <dgm:pt modelId="{F24E63C5-CE02-4F8F-AC3A-982E33D114E5}" type="parTrans" cxnId="{C92DBE1D-3526-4396-A014-F2D063A7AA97}">
      <dgm:prSet/>
      <dgm:spPr/>
      <dgm:t>
        <a:bodyPr/>
        <a:lstStyle/>
        <a:p>
          <a:endParaRPr lang="en-US"/>
        </a:p>
      </dgm:t>
    </dgm:pt>
    <dgm:pt modelId="{34AEEF5F-214F-4791-8D76-F2948AB89435}" type="sibTrans" cxnId="{C92DBE1D-3526-4396-A014-F2D063A7AA97}">
      <dgm:prSet/>
      <dgm:spPr/>
      <dgm:t>
        <a:bodyPr/>
        <a:lstStyle/>
        <a:p>
          <a:endParaRPr lang="en-US"/>
        </a:p>
      </dgm:t>
    </dgm:pt>
    <dgm:pt modelId="{9ACD9199-1A09-4774-BF54-E5142F084B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CRUD Operations:</a:t>
          </a:r>
          <a:r>
            <a:rPr lang="en-US"/>
            <a:t> Seamlessly Add, Update, and Delete records safely.</a:t>
          </a:r>
        </a:p>
      </dgm:t>
    </dgm:pt>
    <dgm:pt modelId="{816FE5A2-1EC5-4A88-B9F0-0B6D04ACCC4C}" type="parTrans" cxnId="{F41228CF-64F0-4C2F-9568-53A72A301948}">
      <dgm:prSet/>
      <dgm:spPr/>
      <dgm:t>
        <a:bodyPr/>
        <a:lstStyle/>
        <a:p>
          <a:endParaRPr lang="en-US"/>
        </a:p>
      </dgm:t>
    </dgm:pt>
    <dgm:pt modelId="{16FD367C-52BA-4EA3-BE4E-8B14874EA779}" type="sibTrans" cxnId="{F41228CF-64F0-4C2F-9568-53A72A301948}">
      <dgm:prSet/>
      <dgm:spPr/>
      <dgm:t>
        <a:bodyPr/>
        <a:lstStyle/>
        <a:p>
          <a:endParaRPr lang="en-US"/>
        </a:p>
      </dgm:t>
    </dgm:pt>
    <dgm:pt modelId="{2F9E45D2-C4F3-4487-A430-7AC5E17A37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Structure Validation:</a:t>
          </a:r>
          <a:r>
            <a:rPr lang="en-US"/>
            <a:t> Automatically checks for merged cells to prevent errors.</a:t>
          </a:r>
        </a:p>
      </dgm:t>
    </dgm:pt>
    <dgm:pt modelId="{1C78F421-B3B4-42B1-B03F-E4523BCBFCE4}" type="parTrans" cxnId="{2988F85A-38AE-4747-B1BC-5273906B10A4}">
      <dgm:prSet/>
      <dgm:spPr/>
      <dgm:t>
        <a:bodyPr/>
        <a:lstStyle/>
        <a:p>
          <a:endParaRPr lang="en-US"/>
        </a:p>
      </dgm:t>
    </dgm:pt>
    <dgm:pt modelId="{2C26094D-3E6C-490B-9C2C-F59F01079F59}" type="sibTrans" cxnId="{2988F85A-38AE-4747-B1BC-5273906B10A4}">
      <dgm:prSet/>
      <dgm:spPr/>
      <dgm:t>
        <a:bodyPr/>
        <a:lstStyle/>
        <a:p>
          <a:endParaRPr lang="en-US"/>
        </a:p>
      </dgm:t>
    </dgm:pt>
    <dgm:pt modelId="{E0C77FCA-D7D2-46CD-BD85-D7AD56459A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Theme Support:</a:t>
          </a:r>
          <a:r>
            <a:rPr lang="en-US"/>
            <a:t> Built-in Light Mode and Dark Mode for better UX.</a:t>
          </a:r>
        </a:p>
      </dgm:t>
    </dgm:pt>
    <dgm:pt modelId="{5A3C9BCE-C740-40DC-A46E-F6D51EE505AF}" type="parTrans" cxnId="{395CE762-1A5C-446D-A60A-6973D1AF0A43}">
      <dgm:prSet/>
      <dgm:spPr/>
      <dgm:t>
        <a:bodyPr/>
        <a:lstStyle/>
        <a:p>
          <a:endParaRPr lang="en-US"/>
        </a:p>
      </dgm:t>
    </dgm:pt>
    <dgm:pt modelId="{BAF6051F-E9E3-4E71-81D1-6BC48200F042}" type="sibTrans" cxnId="{395CE762-1A5C-446D-A60A-6973D1AF0A43}">
      <dgm:prSet/>
      <dgm:spPr/>
      <dgm:t>
        <a:bodyPr/>
        <a:lstStyle/>
        <a:p>
          <a:endParaRPr lang="en-US"/>
        </a:p>
      </dgm:t>
    </dgm:pt>
    <dgm:pt modelId="{4BC05D68-D12F-451D-90CC-49262722051D}" type="pres">
      <dgm:prSet presAssocID="{ABB26D89-E767-4A74-B119-6AC812C4B12C}" presName="root" presStyleCnt="0">
        <dgm:presLayoutVars>
          <dgm:dir/>
          <dgm:resizeHandles val="exact"/>
        </dgm:presLayoutVars>
      </dgm:prSet>
      <dgm:spPr/>
    </dgm:pt>
    <dgm:pt modelId="{C8B67799-3B3A-4D10-BDE3-A0837B53D22D}" type="pres">
      <dgm:prSet presAssocID="{4B9CB865-DA8D-4752-B8E5-A94017948DC1}" presName="compNode" presStyleCnt="0"/>
      <dgm:spPr/>
    </dgm:pt>
    <dgm:pt modelId="{20CC1235-E661-42A5-90B1-0232FB54DF40}" type="pres">
      <dgm:prSet presAssocID="{4B9CB865-DA8D-4752-B8E5-A94017948DC1}" presName="bgRect" presStyleLbl="bgShp" presStyleIdx="0" presStyleCnt="4"/>
      <dgm:spPr/>
    </dgm:pt>
    <dgm:pt modelId="{5C395B21-AFB3-4D26-99DF-F0B94EBB5B1B}" type="pres">
      <dgm:prSet presAssocID="{4B9CB865-DA8D-4752-B8E5-A94017948DC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95B167FC-D88A-448E-96E8-14B57DE766B0}" type="pres">
      <dgm:prSet presAssocID="{4B9CB865-DA8D-4752-B8E5-A94017948DC1}" presName="spaceRect" presStyleCnt="0"/>
      <dgm:spPr/>
    </dgm:pt>
    <dgm:pt modelId="{9A27A811-EDEF-458F-A71C-8669C68FDC6E}" type="pres">
      <dgm:prSet presAssocID="{4B9CB865-DA8D-4752-B8E5-A94017948DC1}" presName="parTx" presStyleLbl="revTx" presStyleIdx="0" presStyleCnt="4">
        <dgm:presLayoutVars>
          <dgm:chMax val="0"/>
          <dgm:chPref val="0"/>
        </dgm:presLayoutVars>
      </dgm:prSet>
      <dgm:spPr/>
    </dgm:pt>
    <dgm:pt modelId="{4BF3D67E-914C-43EF-9550-A43CC51D8DFD}" type="pres">
      <dgm:prSet presAssocID="{34AEEF5F-214F-4791-8D76-F2948AB89435}" presName="sibTrans" presStyleCnt="0"/>
      <dgm:spPr/>
    </dgm:pt>
    <dgm:pt modelId="{30C44134-C6C0-401A-AE0E-9EEBC220FE20}" type="pres">
      <dgm:prSet presAssocID="{9ACD9199-1A09-4774-BF54-E5142F084B80}" presName="compNode" presStyleCnt="0"/>
      <dgm:spPr/>
    </dgm:pt>
    <dgm:pt modelId="{9F764CA0-0AF8-4CAA-A410-18B3802885DD}" type="pres">
      <dgm:prSet presAssocID="{9ACD9199-1A09-4774-BF54-E5142F084B80}" presName="bgRect" presStyleLbl="bgShp" presStyleIdx="1" presStyleCnt="4"/>
      <dgm:spPr/>
    </dgm:pt>
    <dgm:pt modelId="{06B91E0C-942C-4B67-86C6-D37C387E9953}" type="pres">
      <dgm:prSet presAssocID="{9ACD9199-1A09-4774-BF54-E5142F084B8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36E31110-F0AD-4157-80DB-551CE6360AC4}" type="pres">
      <dgm:prSet presAssocID="{9ACD9199-1A09-4774-BF54-E5142F084B80}" presName="spaceRect" presStyleCnt="0"/>
      <dgm:spPr/>
    </dgm:pt>
    <dgm:pt modelId="{42284CDC-F527-423A-B8D4-8460E77CCAA1}" type="pres">
      <dgm:prSet presAssocID="{9ACD9199-1A09-4774-BF54-E5142F084B80}" presName="parTx" presStyleLbl="revTx" presStyleIdx="1" presStyleCnt="4">
        <dgm:presLayoutVars>
          <dgm:chMax val="0"/>
          <dgm:chPref val="0"/>
        </dgm:presLayoutVars>
      </dgm:prSet>
      <dgm:spPr/>
    </dgm:pt>
    <dgm:pt modelId="{B08314D5-5EFF-4968-B505-6573CB3F7F65}" type="pres">
      <dgm:prSet presAssocID="{16FD367C-52BA-4EA3-BE4E-8B14874EA779}" presName="sibTrans" presStyleCnt="0"/>
      <dgm:spPr/>
    </dgm:pt>
    <dgm:pt modelId="{CADE2106-CACA-4B01-A578-3F8BEEBAE0FB}" type="pres">
      <dgm:prSet presAssocID="{2F9E45D2-C4F3-4487-A430-7AC5E17A37C1}" presName="compNode" presStyleCnt="0"/>
      <dgm:spPr/>
    </dgm:pt>
    <dgm:pt modelId="{ADD37F01-8253-4C02-875F-FDB542464609}" type="pres">
      <dgm:prSet presAssocID="{2F9E45D2-C4F3-4487-A430-7AC5E17A37C1}" presName="bgRect" presStyleLbl="bgShp" presStyleIdx="2" presStyleCnt="4"/>
      <dgm:spPr/>
    </dgm:pt>
    <dgm:pt modelId="{E80248F7-4D13-4964-BC00-E78D88F4786C}" type="pres">
      <dgm:prSet presAssocID="{2F9E45D2-C4F3-4487-A430-7AC5E17A37C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A38FAFE7-39F7-4FE6-ACCC-844C71DEEBBF}" type="pres">
      <dgm:prSet presAssocID="{2F9E45D2-C4F3-4487-A430-7AC5E17A37C1}" presName="spaceRect" presStyleCnt="0"/>
      <dgm:spPr/>
    </dgm:pt>
    <dgm:pt modelId="{58A14492-C5D0-4EFC-9E0B-39593934ABF3}" type="pres">
      <dgm:prSet presAssocID="{2F9E45D2-C4F3-4487-A430-7AC5E17A37C1}" presName="parTx" presStyleLbl="revTx" presStyleIdx="2" presStyleCnt="4">
        <dgm:presLayoutVars>
          <dgm:chMax val="0"/>
          <dgm:chPref val="0"/>
        </dgm:presLayoutVars>
      </dgm:prSet>
      <dgm:spPr/>
    </dgm:pt>
    <dgm:pt modelId="{66BE0428-355D-4A2B-B352-98EE65F5D90E}" type="pres">
      <dgm:prSet presAssocID="{2C26094D-3E6C-490B-9C2C-F59F01079F59}" presName="sibTrans" presStyleCnt="0"/>
      <dgm:spPr/>
    </dgm:pt>
    <dgm:pt modelId="{7A094DC0-40BE-4208-91D1-C7AE5C81E87F}" type="pres">
      <dgm:prSet presAssocID="{E0C77FCA-D7D2-46CD-BD85-D7AD56459ACB}" presName="compNode" presStyleCnt="0"/>
      <dgm:spPr/>
    </dgm:pt>
    <dgm:pt modelId="{085219F2-F22D-473F-885D-BD52BF7954A2}" type="pres">
      <dgm:prSet presAssocID="{E0C77FCA-D7D2-46CD-BD85-D7AD56459ACB}" presName="bgRect" presStyleLbl="bgShp" presStyleIdx="3" presStyleCnt="4"/>
      <dgm:spPr/>
    </dgm:pt>
    <dgm:pt modelId="{5C067781-4E82-45AC-90E3-3E17724A40B5}" type="pres">
      <dgm:prSet presAssocID="{E0C77FCA-D7D2-46CD-BD85-D7AD56459AC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ntern"/>
        </a:ext>
      </dgm:extLst>
    </dgm:pt>
    <dgm:pt modelId="{4D020F05-DE19-4B48-A4EA-8F19AADC08D1}" type="pres">
      <dgm:prSet presAssocID="{E0C77FCA-D7D2-46CD-BD85-D7AD56459ACB}" presName="spaceRect" presStyleCnt="0"/>
      <dgm:spPr/>
    </dgm:pt>
    <dgm:pt modelId="{22245E1E-0DD4-42CE-9089-9C791FFE8EC2}" type="pres">
      <dgm:prSet presAssocID="{E0C77FCA-D7D2-46CD-BD85-D7AD56459AC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92DBE1D-3526-4396-A014-F2D063A7AA97}" srcId="{ABB26D89-E767-4A74-B119-6AC812C4B12C}" destId="{4B9CB865-DA8D-4752-B8E5-A94017948DC1}" srcOrd="0" destOrd="0" parTransId="{F24E63C5-CE02-4F8F-AC3A-982E33D114E5}" sibTransId="{34AEEF5F-214F-4791-8D76-F2948AB89435}"/>
    <dgm:cxn modelId="{F794D63C-0FC3-4362-9D4F-FA7B4F5BF9C3}" type="presOf" srcId="{9ACD9199-1A09-4774-BF54-E5142F084B80}" destId="{42284CDC-F527-423A-B8D4-8460E77CCAA1}" srcOrd="0" destOrd="0" presId="urn:microsoft.com/office/officeart/2018/2/layout/IconVerticalSolidList"/>
    <dgm:cxn modelId="{E4F7575E-B15E-434F-B7FA-C867D6B4F4ED}" type="presOf" srcId="{2F9E45D2-C4F3-4487-A430-7AC5E17A37C1}" destId="{58A14492-C5D0-4EFC-9E0B-39593934ABF3}" srcOrd="0" destOrd="0" presId="urn:microsoft.com/office/officeart/2018/2/layout/IconVerticalSolidList"/>
    <dgm:cxn modelId="{395CE762-1A5C-446D-A60A-6973D1AF0A43}" srcId="{ABB26D89-E767-4A74-B119-6AC812C4B12C}" destId="{E0C77FCA-D7D2-46CD-BD85-D7AD56459ACB}" srcOrd="3" destOrd="0" parTransId="{5A3C9BCE-C740-40DC-A46E-F6D51EE505AF}" sibTransId="{BAF6051F-E9E3-4E71-81D1-6BC48200F042}"/>
    <dgm:cxn modelId="{C8C1AA6E-723F-40CC-9B12-23055E59AAE3}" type="presOf" srcId="{ABB26D89-E767-4A74-B119-6AC812C4B12C}" destId="{4BC05D68-D12F-451D-90CC-49262722051D}" srcOrd="0" destOrd="0" presId="urn:microsoft.com/office/officeart/2018/2/layout/IconVerticalSolidList"/>
    <dgm:cxn modelId="{ECAA714F-1B16-429B-98EA-39AAB41A5576}" type="presOf" srcId="{4B9CB865-DA8D-4752-B8E5-A94017948DC1}" destId="{9A27A811-EDEF-458F-A71C-8669C68FDC6E}" srcOrd="0" destOrd="0" presId="urn:microsoft.com/office/officeart/2018/2/layout/IconVerticalSolidList"/>
    <dgm:cxn modelId="{2988F85A-38AE-4747-B1BC-5273906B10A4}" srcId="{ABB26D89-E767-4A74-B119-6AC812C4B12C}" destId="{2F9E45D2-C4F3-4487-A430-7AC5E17A37C1}" srcOrd="2" destOrd="0" parTransId="{1C78F421-B3B4-42B1-B03F-E4523BCBFCE4}" sibTransId="{2C26094D-3E6C-490B-9C2C-F59F01079F59}"/>
    <dgm:cxn modelId="{0DE720A4-9AA5-4952-87E4-53D7B1835B33}" type="presOf" srcId="{E0C77FCA-D7D2-46CD-BD85-D7AD56459ACB}" destId="{22245E1E-0DD4-42CE-9089-9C791FFE8EC2}" srcOrd="0" destOrd="0" presId="urn:microsoft.com/office/officeart/2018/2/layout/IconVerticalSolidList"/>
    <dgm:cxn modelId="{F41228CF-64F0-4C2F-9568-53A72A301948}" srcId="{ABB26D89-E767-4A74-B119-6AC812C4B12C}" destId="{9ACD9199-1A09-4774-BF54-E5142F084B80}" srcOrd="1" destOrd="0" parTransId="{816FE5A2-1EC5-4A88-B9F0-0B6D04ACCC4C}" sibTransId="{16FD367C-52BA-4EA3-BE4E-8B14874EA779}"/>
    <dgm:cxn modelId="{4719D653-A100-4856-8ADB-D744BBE75751}" type="presParOf" srcId="{4BC05D68-D12F-451D-90CC-49262722051D}" destId="{C8B67799-3B3A-4D10-BDE3-A0837B53D22D}" srcOrd="0" destOrd="0" presId="urn:microsoft.com/office/officeart/2018/2/layout/IconVerticalSolidList"/>
    <dgm:cxn modelId="{9E5FE4BE-1B62-4B47-A071-D0DBF5AAE362}" type="presParOf" srcId="{C8B67799-3B3A-4D10-BDE3-A0837B53D22D}" destId="{20CC1235-E661-42A5-90B1-0232FB54DF40}" srcOrd="0" destOrd="0" presId="urn:microsoft.com/office/officeart/2018/2/layout/IconVerticalSolidList"/>
    <dgm:cxn modelId="{F1294F71-78F4-4C00-B361-5BF9A618AC9C}" type="presParOf" srcId="{C8B67799-3B3A-4D10-BDE3-A0837B53D22D}" destId="{5C395B21-AFB3-4D26-99DF-F0B94EBB5B1B}" srcOrd="1" destOrd="0" presId="urn:microsoft.com/office/officeart/2018/2/layout/IconVerticalSolidList"/>
    <dgm:cxn modelId="{4A52B597-D76F-4C60-AC8F-A5B93A0ED17D}" type="presParOf" srcId="{C8B67799-3B3A-4D10-BDE3-A0837B53D22D}" destId="{95B167FC-D88A-448E-96E8-14B57DE766B0}" srcOrd="2" destOrd="0" presId="urn:microsoft.com/office/officeart/2018/2/layout/IconVerticalSolidList"/>
    <dgm:cxn modelId="{7BBDCCEC-11EC-4261-962D-0C543662DA3E}" type="presParOf" srcId="{C8B67799-3B3A-4D10-BDE3-A0837B53D22D}" destId="{9A27A811-EDEF-458F-A71C-8669C68FDC6E}" srcOrd="3" destOrd="0" presId="urn:microsoft.com/office/officeart/2018/2/layout/IconVerticalSolidList"/>
    <dgm:cxn modelId="{98E0E70E-A38B-45DE-B044-B7D25A5310B2}" type="presParOf" srcId="{4BC05D68-D12F-451D-90CC-49262722051D}" destId="{4BF3D67E-914C-43EF-9550-A43CC51D8DFD}" srcOrd="1" destOrd="0" presId="urn:microsoft.com/office/officeart/2018/2/layout/IconVerticalSolidList"/>
    <dgm:cxn modelId="{A39F79C5-A919-4D99-927C-587177BEE033}" type="presParOf" srcId="{4BC05D68-D12F-451D-90CC-49262722051D}" destId="{30C44134-C6C0-401A-AE0E-9EEBC220FE20}" srcOrd="2" destOrd="0" presId="urn:microsoft.com/office/officeart/2018/2/layout/IconVerticalSolidList"/>
    <dgm:cxn modelId="{FAA74F6D-F309-44DA-8CA8-3A4E8D32C6BE}" type="presParOf" srcId="{30C44134-C6C0-401A-AE0E-9EEBC220FE20}" destId="{9F764CA0-0AF8-4CAA-A410-18B3802885DD}" srcOrd="0" destOrd="0" presId="urn:microsoft.com/office/officeart/2018/2/layout/IconVerticalSolidList"/>
    <dgm:cxn modelId="{E20F0771-22CD-44DD-B7B3-B277F1C64928}" type="presParOf" srcId="{30C44134-C6C0-401A-AE0E-9EEBC220FE20}" destId="{06B91E0C-942C-4B67-86C6-D37C387E9953}" srcOrd="1" destOrd="0" presId="urn:microsoft.com/office/officeart/2018/2/layout/IconVerticalSolidList"/>
    <dgm:cxn modelId="{DFF3BAD3-1BC4-42F1-BE6D-DB0CD063B140}" type="presParOf" srcId="{30C44134-C6C0-401A-AE0E-9EEBC220FE20}" destId="{36E31110-F0AD-4157-80DB-551CE6360AC4}" srcOrd="2" destOrd="0" presId="urn:microsoft.com/office/officeart/2018/2/layout/IconVerticalSolidList"/>
    <dgm:cxn modelId="{DCFC8C6D-92AF-4979-B500-DC7866A8D4AB}" type="presParOf" srcId="{30C44134-C6C0-401A-AE0E-9EEBC220FE20}" destId="{42284CDC-F527-423A-B8D4-8460E77CCAA1}" srcOrd="3" destOrd="0" presId="urn:microsoft.com/office/officeart/2018/2/layout/IconVerticalSolidList"/>
    <dgm:cxn modelId="{AD412D6A-7430-4321-94ED-16CC19B042C1}" type="presParOf" srcId="{4BC05D68-D12F-451D-90CC-49262722051D}" destId="{B08314D5-5EFF-4968-B505-6573CB3F7F65}" srcOrd="3" destOrd="0" presId="urn:microsoft.com/office/officeart/2018/2/layout/IconVerticalSolidList"/>
    <dgm:cxn modelId="{4CCDD248-19CE-4EFD-ADF4-A08E0125519A}" type="presParOf" srcId="{4BC05D68-D12F-451D-90CC-49262722051D}" destId="{CADE2106-CACA-4B01-A578-3F8BEEBAE0FB}" srcOrd="4" destOrd="0" presId="urn:microsoft.com/office/officeart/2018/2/layout/IconVerticalSolidList"/>
    <dgm:cxn modelId="{B08B0B97-1C54-442D-B233-721412215804}" type="presParOf" srcId="{CADE2106-CACA-4B01-A578-3F8BEEBAE0FB}" destId="{ADD37F01-8253-4C02-875F-FDB542464609}" srcOrd="0" destOrd="0" presId="urn:microsoft.com/office/officeart/2018/2/layout/IconVerticalSolidList"/>
    <dgm:cxn modelId="{9B0BE3DB-21F7-4ACB-8A37-0EE75CD9A7DC}" type="presParOf" srcId="{CADE2106-CACA-4B01-A578-3F8BEEBAE0FB}" destId="{E80248F7-4D13-4964-BC00-E78D88F4786C}" srcOrd="1" destOrd="0" presId="urn:microsoft.com/office/officeart/2018/2/layout/IconVerticalSolidList"/>
    <dgm:cxn modelId="{7BF13095-9250-4DAA-871A-191FCC0C3E44}" type="presParOf" srcId="{CADE2106-CACA-4B01-A578-3F8BEEBAE0FB}" destId="{A38FAFE7-39F7-4FE6-ACCC-844C71DEEBBF}" srcOrd="2" destOrd="0" presId="urn:microsoft.com/office/officeart/2018/2/layout/IconVerticalSolidList"/>
    <dgm:cxn modelId="{7D9F61B5-F41C-4E32-B1D4-BD7F74789CCD}" type="presParOf" srcId="{CADE2106-CACA-4B01-A578-3F8BEEBAE0FB}" destId="{58A14492-C5D0-4EFC-9E0B-39593934ABF3}" srcOrd="3" destOrd="0" presId="urn:microsoft.com/office/officeart/2018/2/layout/IconVerticalSolidList"/>
    <dgm:cxn modelId="{32994FC5-8910-4BA6-A35C-616AF9363086}" type="presParOf" srcId="{4BC05D68-D12F-451D-90CC-49262722051D}" destId="{66BE0428-355D-4A2B-B352-98EE65F5D90E}" srcOrd="5" destOrd="0" presId="urn:microsoft.com/office/officeart/2018/2/layout/IconVerticalSolidList"/>
    <dgm:cxn modelId="{E238142B-0598-4E53-9CBD-DBC8DD720309}" type="presParOf" srcId="{4BC05D68-D12F-451D-90CC-49262722051D}" destId="{7A094DC0-40BE-4208-91D1-C7AE5C81E87F}" srcOrd="6" destOrd="0" presId="urn:microsoft.com/office/officeart/2018/2/layout/IconVerticalSolidList"/>
    <dgm:cxn modelId="{EA7767EB-17DB-4EE1-841B-10A49FF29F77}" type="presParOf" srcId="{7A094DC0-40BE-4208-91D1-C7AE5C81E87F}" destId="{085219F2-F22D-473F-885D-BD52BF7954A2}" srcOrd="0" destOrd="0" presId="urn:microsoft.com/office/officeart/2018/2/layout/IconVerticalSolidList"/>
    <dgm:cxn modelId="{675A62F1-C85D-42B9-AA0B-B3749EF7C177}" type="presParOf" srcId="{7A094DC0-40BE-4208-91D1-C7AE5C81E87F}" destId="{5C067781-4E82-45AC-90E3-3E17724A40B5}" srcOrd="1" destOrd="0" presId="urn:microsoft.com/office/officeart/2018/2/layout/IconVerticalSolidList"/>
    <dgm:cxn modelId="{3DDF5B28-9344-4EE5-8A78-C0533F007552}" type="presParOf" srcId="{7A094DC0-40BE-4208-91D1-C7AE5C81E87F}" destId="{4D020F05-DE19-4B48-A4EA-8F19AADC08D1}" srcOrd="2" destOrd="0" presId="urn:microsoft.com/office/officeart/2018/2/layout/IconVerticalSolidList"/>
    <dgm:cxn modelId="{5C04DFEE-6090-463E-AAB6-2D2D89E3D20B}" type="presParOf" srcId="{7A094DC0-40BE-4208-91D1-C7AE5C81E87F}" destId="{22245E1E-0DD4-42CE-9089-9C791FFE8E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36C49F-5177-423E-8391-6E546A90370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A23770F-8998-4DC2-A921-6D569E6229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RAM-Based Handling:</a:t>
          </a:r>
          <a:r>
            <a:rPr lang="en-US"/>
            <a:t> Loads entire data into memory arrays instead of reading cells one by one.</a:t>
          </a:r>
        </a:p>
      </dgm:t>
    </dgm:pt>
    <dgm:pt modelId="{D0860917-60BA-49C1-8AD0-0BA83FB5CF61}" type="parTrans" cxnId="{005CB0F1-6673-403A-BC4B-A6F03F4B1E58}">
      <dgm:prSet/>
      <dgm:spPr/>
      <dgm:t>
        <a:bodyPr/>
        <a:lstStyle/>
        <a:p>
          <a:endParaRPr lang="en-US"/>
        </a:p>
      </dgm:t>
    </dgm:pt>
    <dgm:pt modelId="{48635C83-FAD2-494B-9D01-905CE562A56B}" type="sibTrans" cxnId="{005CB0F1-6673-403A-BC4B-A6F03F4B1E58}">
      <dgm:prSet/>
      <dgm:spPr/>
      <dgm:t>
        <a:bodyPr/>
        <a:lstStyle/>
        <a:p>
          <a:endParaRPr lang="en-US"/>
        </a:p>
      </dgm:t>
    </dgm:pt>
    <dgm:pt modelId="{19628973-22CC-4086-83A7-BD6C435EE8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10x Faster:</a:t>
          </a:r>
          <a:r>
            <a:rPr lang="en-US"/>
            <a:t> Instant sorting and filtering, even with 1 Lakh+ rows.</a:t>
          </a:r>
        </a:p>
      </dgm:t>
    </dgm:pt>
    <dgm:pt modelId="{CB8F511C-6360-47BA-914E-289F0C8008C0}" type="parTrans" cxnId="{248F1930-49D5-4DB7-B62E-F2D7444E0F4C}">
      <dgm:prSet/>
      <dgm:spPr/>
      <dgm:t>
        <a:bodyPr/>
        <a:lstStyle/>
        <a:p>
          <a:endParaRPr lang="en-US"/>
        </a:p>
      </dgm:t>
    </dgm:pt>
    <dgm:pt modelId="{A5927B6A-8FEA-4E3C-9CAD-BCF35CB96ADC}" type="sibTrans" cxnId="{248F1930-49D5-4DB7-B62E-F2D7444E0F4C}">
      <dgm:prSet/>
      <dgm:spPr/>
      <dgm:t>
        <a:bodyPr/>
        <a:lstStyle/>
        <a:p>
          <a:endParaRPr lang="en-US"/>
        </a:p>
      </dgm:t>
    </dgm:pt>
    <dgm:pt modelId="{6BEC93BC-5120-4B61-8AF1-3499182C56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No Screen Flickering:</a:t>
          </a:r>
          <a:r>
            <a:rPr lang="en-US"/>
            <a:t> Disables screen updating for smooth operation.</a:t>
          </a:r>
        </a:p>
      </dgm:t>
    </dgm:pt>
    <dgm:pt modelId="{5E4AA5A8-7E0C-4002-B620-4C7472CCC21D}" type="parTrans" cxnId="{24BDFBF6-D145-4ABB-8EA5-E901E55654CD}">
      <dgm:prSet/>
      <dgm:spPr/>
      <dgm:t>
        <a:bodyPr/>
        <a:lstStyle/>
        <a:p>
          <a:endParaRPr lang="en-US"/>
        </a:p>
      </dgm:t>
    </dgm:pt>
    <dgm:pt modelId="{4A4BA0EF-534A-4A50-BE26-A85532F9161B}" type="sibTrans" cxnId="{24BDFBF6-D145-4ABB-8EA5-E901E55654CD}">
      <dgm:prSet/>
      <dgm:spPr/>
      <dgm:t>
        <a:bodyPr/>
        <a:lstStyle/>
        <a:p>
          <a:endParaRPr lang="en-US"/>
        </a:p>
      </dgm:t>
    </dgm:pt>
    <dgm:pt modelId="{F48E9D74-35AF-4C61-BBD2-17E0F626E7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Efficient Sorting:</a:t>
          </a:r>
          <a:r>
            <a:rPr lang="en-US"/>
            <a:t> Uses QuickSort algorithm for lightning-fast data ordering.</a:t>
          </a:r>
        </a:p>
      </dgm:t>
    </dgm:pt>
    <dgm:pt modelId="{C12C4B99-435E-440C-B40E-020C1F5E3EED}" type="parTrans" cxnId="{90FAA696-C001-49D4-81BD-2EF588900740}">
      <dgm:prSet/>
      <dgm:spPr/>
      <dgm:t>
        <a:bodyPr/>
        <a:lstStyle/>
        <a:p>
          <a:endParaRPr lang="en-US"/>
        </a:p>
      </dgm:t>
    </dgm:pt>
    <dgm:pt modelId="{B1C3A259-1334-4829-B00D-D80C82A60AA1}" type="sibTrans" cxnId="{90FAA696-C001-49D4-81BD-2EF588900740}">
      <dgm:prSet/>
      <dgm:spPr/>
      <dgm:t>
        <a:bodyPr/>
        <a:lstStyle/>
        <a:p>
          <a:endParaRPr lang="en-US"/>
        </a:p>
      </dgm:t>
    </dgm:pt>
    <dgm:pt modelId="{831DD9D0-C4DF-4A41-BEBE-2DE06D5690FD}" type="pres">
      <dgm:prSet presAssocID="{DD36C49F-5177-423E-8391-6E546A90370C}" presName="root" presStyleCnt="0">
        <dgm:presLayoutVars>
          <dgm:dir/>
          <dgm:resizeHandles val="exact"/>
        </dgm:presLayoutVars>
      </dgm:prSet>
      <dgm:spPr/>
    </dgm:pt>
    <dgm:pt modelId="{DCB7F914-FF98-493E-9985-2B262F5FD456}" type="pres">
      <dgm:prSet presAssocID="{EA23770F-8998-4DC2-A921-6D569E62295C}" presName="compNode" presStyleCnt="0"/>
      <dgm:spPr/>
    </dgm:pt>
    <dgm:pt modelId="{6D772B67-C3AE-4BB9-9CE1-04E6FDCD92BB}" type="pres">
      <dgm:prSet presAssocID="{EA23770F-8998-4DC2-A921-6D569E62295C}" presName="bgRect" presStyleLbl="bgShp" presStyleIdx="0" presStyleCnt="4"/>
      <dgm:spPr/>
    </dgm:pt>
    <dgm:pt modelId="{F40DBB6D-9131-493A-B201-C2716EF7FB7C}" type="pres">
      <dgm:prSet presAssocID="{EA23770F-8998-4DC2-A921-6D569E62295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B292945-7426-4095-91F2-220017070947}" type="pres">
      <dgm:prSet presAssocID="{EA23770F-8998-4DC2-A921-6D569E62295C}" presName="spaceRect" presStyleCnt="0"/>
      <dgm:spPr/>
    </dgm:pt>
    <dgm:pt modelId="{D3ACDA49-7DDF-4AE7-9C3F-3D7B84367F26}" type="pres">
      <dgm:prSet presAssocID="{EA23770F-8998-4DC2-A921-6D569E62295C}" presName="parTx" presStyleLbl="revTx" presStyleIdx="0" presStyleCnt="4">
        <dgm:presLayoutVars>
          <dgm:chMax val="0"/>
          <dgm:chPref val="0"/>
        </dgm:presLayoutVars>
      </dgm:prSet>
      <dgm:spPr/>
    </dgm:pt>
    <dgm:pt modelId="{3318A8CF-B746-4680-BC29-5A1F1351F98E}" type="pres">
      <dgm:prSet presAssocID="{48635C83-FAD2-494B-9D01-905CE562A56B}" presName="sibTrans" presStyleCnt="0"/>
      <dgm:spPr/>
    </dgm:pt>
    <dgm:pt modelId="{108E6CC0-77B9-4C78-8D96-939C72900301}" type="pres">
      <dgm:prSet presAssocID="{19628973-22CC-4086-83A7-BD6C435EE88A}" presName="compNode" presStyleCnt="0"/>
      <dgm:spPr/>
    </dgm:pt>
    <dgm:pt modelId="{4F159EC5-CEFF-4E7E-A697-F6FECD2E8D73}" type="pres">
      <dgm:prSet presAssocID="{19628973-22CC-4086-83A7-BD6C435EE88A}" presName="bgRect" presStyleLbl="bgShp" presStyleIdx="1" presStyleCnt="4"/>
      <dgm:spPr/>
    </dgm:pt>
    <dgm:pt modelId="{59F2B226-03A8-4934-9AA0-9D8813E7A0E7}" type="pres">
      <dgm:prSet presAssocID="{19628973-22CC-4086-83A7-BD6C435EE88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AB645759-5240-4CA8-A7C2-F16894A08C07}" type="pres">
      <dgm:prSet presAssocID="{19628973-22CC-4086-83A7-BD6C435EE88A}" presName="spaceRect" presStyleCnt="0"/>
      <dgm:spPr/>
    </dgm:pt>
    <dgm:pt modelId="{EE73C7A7-023A-47E2-A2BA-F288ADAD8716}" type="pres">
      <dgm:prSet presAssocID="{19628973-22CC-4086-83A7-BD6C435EE88A}" presName="parTx" presStyleLbl="revTx" presStyleIdx="1" presStyleCnt="4">
        <dgm:presLayoutVars>
          <dgm:chMax val="0"/>
          <dgm:chPref val="0"/>
        </dgm:presLayoutVars>
      </dgm:prSet>
      <dgm:spPr/>
    </dgm:pt>
    <dgm:pt modelId="{8093437D-F168-4AAB-A8D0-6C4F19D2AC73}" type="pres">
      <dgm:prSet presAssocID="{A5927B6A-8FEA-4E3C-9CAD-BCF35CB96ADC}" presName="sibTrans" presStyleCnt="0"/>
      <dgm:spPr/>
    </dgm:pt>
    <dgm:pt modelId="{2F8E836F-4990-4973-B82A-39BEDA90219A}" type="pres">
      <dgm:prSet presAssocID="{6BEC93BC-5120-4B61-8AF1-3499182C5612}" presName="compNode" presStyleCnt="0"/>
      <dgm:spPr/>
    </dgm:pt>
    <dgm:pt modelId="{F8092E9D-2FCF-4CC1-B7DF-8687F9635D72}" type="pres">
      <dgm:prSet presAssocID="{6BEC93BC-5120-4B61-8AF1-3499182C5612}" presName="bgRect" presStyleLbl="bgShp" presStyleIdx="2" presStyleCnt="4"/>
      <dgm:spPr/>
    </dgm:pt>
    <dgm:pt modelId="{BC32223A-54D3-4B84-937A-9276E8EB5D57}" type="pres">
      <dgm:prSet presAssocID="{6BEC93BC-5120-4B61-8AF1-3499182C561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ind"/>
        </a:ext>
      </dgm:extLst>
    </dgm:pt>
    <dgm:pt modelId="{98226FCC-B26C-48DF-ABE8-CA839B338EAD}" type="pres">
      <dgm:prSet presAssocID="{6BEC93BC-5120-4B61-8AF1-3499182C5612}" presName="spaceRect" presStyleCnt="0"/>
      <dgm:spPr/>
    </dgm:pt>
    <dgm:pt modelId="{0E46F68C-4EC4-4062-8971-25DCC2880040}" type="pres">
      <dgm:prSet presAssocID="{6BEC93BC-5120-4B61-8AF1-3499182C5612}" presName="parTx" presStyleLbl="revTx" presStyleIdx="2" presStyleCnt="4">
        <dgm:presLayoutVars>
          <dgm:chMax val="0"/>
          <dgm:chPref val="0"/>
        </dgm:presLayoutVars>
      </dgm:prSet>
      <dgm:spPr/>
    </dgm:pt>
    <dgm:pt modelId="{23A7A158-2CF4-4908-9C40-8D856C557E34}" type="pres">
      <dgm:prSet presAssocID="{4A4BA0EF-534A-4A50-BE26-A85532F9161B}" presName="sibTrans" presStyleCnt="0"/>
      <dgm:spPr/>
    </dgm:pt>
    <dgm:pt modelId="{58B01F5D-122D-4D8A-B488-CD52787A2051}" type="pres">
      <dgm:prSet presAssocID="{F48E9D74-35AF-4C61-BBD2-17E0F626E79C}" presName="compNode" presStyleCnt="0"/>
      <dgm:spPr/>
    </dgm:pt>
    <dgm:pt modelId="{7781A36A-B3FE-4829-86BE-0E926047990A}" type="pres">
      <dgm:prSet presAssocID="{F48E9D74-35AF-4C61-BBD2-17E0F626E79C}" presName="bgRect" presStyleLbl="bgShp" presStyleIdx="3" presStyleCnt="4"/>
      <dgm:spPr/>
    </dgm:pt>
    <dgm:pt modelId="{B5B5B63C-9130-44ED-A73E-1CDBC27925BB}" type="pres">
      <dgm:prSet presAssocID="{F48E9D74-35AF-4C61-BBD2-17E0F626E79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C32BAF15-9933-48DC-B93F-25C3154926E6}" type="pres">
      <dgm:prSet presAssocID="{F48E9D74-35AF-4C61-BBD2-17E0F626E79C}" presName="spaceRect" presStyleCnt="0"/>
      <dgm:spPr/>
    </dgm:pt>
    <dgm:pt modelId="{E8E7F4BA-DEDE-40F3-BA4D-08357FD060A6}" type="pres">
      <dgm:prSet presAssocID="{F48E9D74-35AF-4C61-BBD2-17E0F626E79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48F1930-49D5-4DB7-B62E-F2D7444E0F4C}" srcId="{DD36C49F-5177-423E-8391-6E546A90370C}" destId="{19628973-22CC-4086-83A7-BD6C435EE88A}" srcOrd="1" destOrd="0" parTransId="{CB8F511C-6360-47BA-914E-289F0C8008C0}" sibTransId="{A5927B6A-8FEA-4E3C-9CAD-BCF35CB96ADC}"/>
    <dgm:cxn modelId="{B74B9A33-A349-45A8-ABC3-BE2898856F00}" type="presOf" srcId="{EA23770F-8998-4DC2-A921-6D569E62295C}" destId="{D3ACDA49-7DDF-4AE7-9C3F-3D7B84367F26}" srcOrd="0" destOrd="0" presId="urn:microsoft.com/office/officeart/2018/2/layout/IconVerticalSolidList"/>
    <dgm:cxn modelId="{E439793D-797F-4039-BD42-98D1C045E6AD}" type="presOf" srcId="{6BEC93BC-5120-4B61-8AF1-3499182C5612}" destId="{0E46F68C-4EC4-4062-8971-25DCC2880040}" srcOrd="0" destOrd="0" presId="urn:microsoft.com/office/officeart/2018/2/layout/IconVerticalSolidList"/>
    <dgm:cxn modelId="{28378A57-EB42-4D31-A2B1-4C4AE1E7E5FF}" type="presOf" srcId="{19628973-22CC-4086-83A7-BD6C435EE88A}" destId="{EE73C7A7-023A-47E2-A2BA-F288ADAD8716}" srcOrd="0" destOrd="0" presId="urn:microsoft.com/office/officeart/2018/2/layout/IconVerticalSolidList"/>
    <dgm:cxn modelId="{B46D1290-BF30-467F-BB4E-DC75E04661F7}" type="presOf" srcId="{F48E9D74-35AF-4C61-BBD2-17E0F626E79C}" destId="{E8E7F4BA-DEDE-40F3-BA4D-08357FD060A6}" srcOrd="0" destOrd="0" presId="urn:microsoft.com/office/officeart/2018/2/layout/IconVerticalSolidList"/>
    <dgm:cxn modelId="{90FAA696-C001-49D4-81BD-2EF588900740}" srcId="{DD36C49F-5177-423E-8391-6E546A90370C}" destId="{F48E9D74-35AF-4C61-BBD2-17E0F626E79C}" srcOrd="3" destOrd="0" parTransId="{C12C4B99-435E-440C-B40E-020C1F5E3EED}" sibTransId="{B1C3A259-1334-4829-B00D-D80C82A60AA1}"/>
    <dgm:cxn modelId="{FF99CEC7-3F54-4FF7-BB60-DF3A8D19889F}" type="presOf" srcId="{DD36C49F-5177-423E-8391-6E546A90370C}" destId="{831DD9D0-C4DF-4A41-BEBE-2DE06D5690FD}" srcOrd="0" destOrd="0" presId="urn:microsoft.com/office/officeart/2018/2/layout/IconVerticalSolidList"/>
    <dgm:cxn modelId="{005CB0F1-6673-403A-BC4B-A6F03F4B1E58}" srcId="{DD36C49F-5177-423E-8391-6E546A90370C}" destId="{EA23770F-8998-4DC2-A921-6D569E62295C}" srcOrd="0" destOrd="0" parTransId="{D0860917-60BA-49C1-8AD0-0BA83FB5CF61}" sibTransId="{48635C83-FAD2-494B-9D01-905CE562A56B}"/>
    <dgm:cxn modelId="{24BDFBF6-D145-4ABB-8EA5-E901E55654CD}" srcId="{DD36C49F-5177-423E-8391-6E546A90370C}" destId="{6BEC93BC-5120-4B61-8AF1-3499182C5612}" srcOrd="2" destOrd="0" parTransId="{5E4AA5A8-7E0C-4002-B620-4C7472CCC21D}" sibTransId="{4A4BA0EF-534A-4A50-BE26-A85532F9161B}"/>
    <dgm:cxn modelId="{3703061A-3A59-4FDD-86AA-C0D905C15E33}" type="presParOf" srcId="{831DD9D0-C4DF-4A41-BEBE-2DE06D5690FD}" destId="{DCB7F914-FF98-493E-9985-2B262F5FD456}" srcOrd="0" destOrd="0" presId="urn:microsoft.com/office/officeart/2018/2/layout/IconVerticalSolidList"/>
    <dgm:cxn modelId="{ECE6C685-F171-48CC-9EB6-758FAC370CF9}" type="presParOf" srcId="{DCB7F914-FF98-493E-9985-2B262F5FD456}" destId="{6D772B67-C3AE-4BB9-9CE1-04E6FDCD92BB}" srcOrd="0" destOrd="0" presId="urn:microsoft.com/office/officeart/2018/2/layout/IconVerticalSolidList"/>
    <dgm:cxn modelId="{57E45D47-E972-43D8-B6DE-CC1CBFD91152}" type="presParOf" srcId="{DCB7F914-FF98-493E-9985-2B262F5FD456}" destId="{F40DBB6D-9131-493A-B201-C2716EF7FB7C}" srcOrd="1" destOrd="0" presId="urn:microsoft.com/office/officeart/2018/2/layout/IconVerticalSolidList"/>
    <dgm:cxn modelId="{0D286AED-E8B1-4233-975F-F5C98990208D}" type="presParOf" srcId="{DCB7F914-FF98-493E-9985-2B262F5FD456}" destId="{EB292945-7426-4095-91F2-220017070947}" srcOrd="2" destOrd="0" presId="urn:microsoft.com/office/officeart/2018/2/layout/IconVerticalSolidList"/>
    <dgm:cxn modelId="{40B88062-D5C2-4B0F-AF14-87D5AF980237}" type="presParOf" srcId="{DCB7F914-FF98-493E-9985-2B262F5FD456}" destId="{D3ACDA49-7DDF-4AE7-9C3F-3D7B84367F26}" srcOrd="3" destOrd="0" presId="urn:microsoft.com/office/officeart/2018/2/layout/IconVerticalSolidList"/>
    <dgm:cxn modelId="{65952CCC-D212-472B-8BB3-5DB72D7C8B21}" type="presParOf" srcId="{831DD9D0-C4DF-4A41-BEBE-2DE06D5690FD}" destId="{3318A8CF-B746-4680-BC29-5A1F1351F98E}" srcOrd="1" destOrd="0" presId="urn:microsoft.com/office/officeart/2018/2/layout/IconVerticalSolidList"/>
    <dgm:cxn modelId="{2B2727A9-8D7E-4015-A248-3579C6941F56}" type="presParOf" srcId="{831DD9D0-C4DF-4A41-BEBE-2DE06D5690FD}" destId="{108E6CC0-77B9-4C78-8D96-939C72900301}" srcOrd="2" destOrd="0" presId="urn:microsoft.com/office/officeart/2018/2/layout/IconVerticalSolidList"/>
    <dgm:cxn modelId="{492F23E7-27C8-470E-A82D-7C3D7A6AAE8A}" type="presParOf" srcId="{108E6CC0-77B9-4C78-8D96-939C72900301}" destId="{4F159EC5-CEFF-4E7E-A697-F6FECD2E8D73}" srcOrd="0" destOrd="0" presId="urn:microsoft.com/office/officeart/2018/2/layout/IconVerticalSolidList"/>
    <dgm:cxn modelId="{855D957F-7918-4FD9-B04D-F2C8C401F5E6}" type="presParOf" srcId="{108E6CC0-77B9-4C78-8D96-939C72900301}" destId="{59F2B226-03A8-4934-9AA0-9D8813E7A0E7}" srcOrd="1" destOrd="0" presId="urn:microsoft.com/office/officeart/2018/2/layout/IconVerticalSolidList"/>
    <dgm:cxn modelId="{E607FBCB-2A1C-4C71-979E-AF4230B72098}" type="presParOf" srcId="{108E6CC0-77B9-4C78-8D96-939C72900301}" destId="{AB645759-5240-4CA8-A7C2-F16894A08C07}" srcOrd="2" destOrd="0" presId="urn:microsoft.com/office/officeart/2018/2/layout/IconVerticalSolidList"/>
    <dgm:cxn modelId="{BF642E26-A4E2-455B-BF6D-9963BF74F98F}" type="presParOf" srcId="{108E6CC0-77B9-4C78-8D96-939C72900301}" destId="{EE73C7A7-023A-47E2-A2BA-F288ADAD8716}" srcOrd="3" destOrd="0" presId="urn:microsoft.com/office/officeart/2018/2/layout/IconVerticalSolidList"/>
    <dgm:cxn modelId="{3F1CFCBA-0DD6-46F3-BCBC-7A830DFCCD14}" type="presParOf" srcId="{831DD9D0-C4DF-4A41-BEBE-2DE06D5690FD}" destId="{8093437D-F168-4AAB-A8D0-6C4F19D2AC73}" srcOrd="3" destOrd="0" presId="urn:microsoft.com/office/officeart/2018/2/layout/IconVerticalSolidList"/>
    <dgm:cxn modelId="{2579F866-29F0-4A6C-8BB4-F951D5487626}" type="presParOf" srcId="{831DD9D0-C4DF-4A41-BEBE-2DE06D5690FD}" destId="{2F8E836F-4990-4973-B82A-39BEDA90219A}" srcOrd="4" destOrd="0" presId="urn:microsoft.com/office/officeart/2018/2/layout/IconVerticalSolidList"/>
    <dgm:cxn modelId="{A0C4E5F6-1069-44FC-A587-7D00D65239F1}" type="presParOf" srcId="{2F8E836F-4990-4973-B82A-39BEDA90219A}" destId="{F8092E9D-2FCF-4CC1-B7DF-8687F9635D72}" srcOrd="0" destOrd="0" presId="urn:microsoft.com/office/officeart/2018/2/layout/IconVerticalSolidList"/>
    <dgm:cxn modelId="{2028AC8E-6CE9-45F4-B172-6AD7C2057D01}" type="presParOf" srcId="{2F8E836F-4990-4973-B82A-39BEDA90219A}" destId="{BC32223A-54D3-4B84-937A-9276E8EB5D57}" srcOrd="1" destOrd="0" presId="urn:microsoft.com/office/officeart/2018/2/layout/IconVerticalSolidList"/>
    <dgm:cxn modelId="{329016A4-1997-4F78-ABF6-54A664A443B5}" type="presParOf" srcId="{2F8E836F-4990-4973-B82A-39BEDA90219A}" destId="{98226FCC-B26C-48DF-ABE8-CA839B338EAD}" srcOrd="2" destOrd="0" presId="urn:microsoft.com/office/officeart/2018/2/layout/IconVerticalSolidList"/>
    <dgm:cxn modelId="{B7490826-BF26-427A-A6E1-FDC0FFF702EF}" type="presParOf" srcId="{2F8E836F-4990-4973-B82A-39BEDA90219A}" destId="{0E46F68C-4EC4-4062-8971-25DCC2880040}" srcOrd="3" destOrd="0" presId="urn:microsoft.com/office/officeart/2018/2/layout/IconVerticalSolidList"/>
    <dgm:cxn modelId="{29EF462C-3E94-476A-A9DB-9D5C4B5A5648}" type="presParOf" srcId="{831DD9D0-C4DF-4A41-BEBE-2DE06D5690FD}" destId="{23A7A158-2CF4-4908-9C40-8D856C557E34}" srcOrd="5" destOrd="0" presId="urn:microsoft.com/office/officeart/2018/2/layout/IconVerticalSolidList"/>
    <dgm:cxn modelId="{D5BF9A17-DAB5-458D-8905-4CCA96E14E25}" type="presParOf" srcId="{831DD9D0-C4DF-4A41-BEBE-2DE06D5690FD}" destId="{58B01F5D-122D-4D8A-B488-CD52787A2051}" srcOrd="6" destOrd="0" presId="urn:microsoft.com/office/officeart/2018/2/layout/IconVerticalSolidList"/>
    <dgm:cxn modelId="{1498035E-266B-448A-B1EF-967F1BC32B81}" type="presParOf" srcId="{58B01F5D-122D-4D8A-B488-CD52787A2051}" destId="{7781A36A-B3FE-4829-86BE-0E926047990A}" srcOrd="0" destOrd="0" presId="urn:microsoft.com/office/officeart/2018/2/layout/IconVerticalSolidList"/>
    <dgm:cxn modelId="{1AE0CDAD-5ED9-4174-BE97-58C6F2BAFE56}" type="presParOf" srcId="{58B01F5D-122D-4D8A-B488-CD52787A2051}" destId="{B5B5B63C-9130-44ED-A73E-1CDBC27925BB}" srcOrd="1" destOrd="0" presId="urn:microsoft.com/office/officeart/2018/2/layout/IconVerticalSolidList"/>
    <dgm:cxn modelId="{A8106929-6899-44DE-B8D4-99C246116AF8}" type="presParOf" srcId="{58B01F5D-122D-4D8A-B488-CD52787A2051}" destId="{C32BAF15-9933-48DC-B93F-25C3154926E6}" srcOrd="2" destOrd="0" presId="urn:microsoft.com/office/officeart/2018/2/layout/IconVerticalSolidList"/>
    <dgm:cxn modelId="{BADDFFE2-2F34-4063-88F7-C911CB310521}" type="presParOf" srcId="{58B01F5D-122D-4D8A-B488-CD52787A2051}" destId="{E8E7F4BA-DEDE-40F3-BA4D-08357FD060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50F307-2811-4436-8416-F0AE5D7B634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4A118F7-401D-469C-B266-141DBD62E98C}">
      <dgm:prSet/>
      <dgm:spPr/>
      <dgm:t>
        <a:bodyPr/>
        <a:lstStyle/>
        <a:p>
          <a:r>
            <a:rPr lang="en-US" b="1"/>
            <a:t>Global Search: </a:t>
          </a:r>
          <a:r>
            <a:rPr lang="en-US"/>
            <a:t>"Google-like" search bar that scans all columns instantly.</a:t>
          </a:r>
        </a:p>
      </dgm:t>
    </dgm:pt>
    <dgm:pt modelId="{B1CD77E1-DBF1-4A4E-A729-556EE996FA5E}" type="parTrans" cxnId="{C892311E-9EC6-43C4-B1BA-DDC5435EC0E5}">
      <dgm:prSet/>
      <dgm:spPr/>
      <dgm:t>
        <a:bodyPr/>
        <a:lstStyle/>
        <a:p>
          <a:endParaRPr lang="en-US"/>
        </a:p>
      </dgm:t>
    </dgm:pt>
    <dgm:pt modelId="{AB520C61-AF6B-44E9-918B-2EAF32E5D184}" type="sibTrans" cxnId="{C892311E-9EC6-43C4-B1BA-DDC5435EC0E5}">
      <dgm:prSet/>
      <dgm:spPr/>
      <dgm:t>
        <a:bodyPr/>
        <a:lstStyle/>
        <a:p>
          <a:endParaRPr lang="en-US"/>
        </a:p>
      </dgm:t>
    </dgm:pt>
    <dgm:pt modelId="{42877A04-69C0-48B7-B96C-BABF49C6A4FC}">
      <dgm:prSet/>
      <dgm:spPr/>
      <dgm:t>
        <a:bodyPr/>
        <a:lstStyle/>
        <a:p>
          <a:r>
            <a:rPr lang="en-US" b="1"/>
            <a:t>Date Intelligence: </a:t>
          </a:r>
          <a:r>
            <a:rPr lang="en-US"/>
            <a:t>Dedicated 'From' and 'To' date range filtering.</a:t>
          </a:r>
        </a:p>
      </dgm:t>
    </dgm:pt>
    <dgm:pt modelId="{D4E5FA4A-C1E2-4F83-835D-D883353D0E58}" type="parTrans" cxnId="{013DDF49-9B7D-48AB-A050-707E367C28A7}">
      <dgm:prSet/>
      <dgm:spPr/>
      <dgm:t>
        <a:bodyPr/>
        <a:lstStyle/>
        <a:p>
          <a:endParaRPr lang="en-US"/>
        </a:p>
      </dgm:t>
    </dgm:pt>
    <dgm:pt modelId="{2FE7ADF3-D2DD-4C0A-90E6-ECA31AED4B8D}" type="sibTrans" cxnId="{013DDF49-9B7D-48AB-A050-707E367C28A7}">
      <dgm:prSet/>
      <dgm:spPr/>
      <dgm:t>
        <a:bodyPr/>
        <a:lstStyle/>
        <a:p>
          <a:endParaRPr lang="en-US"/>
        </a:p>
      </dgm:t>
    </dgm:pt>
    <dgm:pt modelId="{BEFD694B-0FDC-40A8-A6E7-316905B1D6EE}">
      <dgm:prSet/>
      <dgm:spPr/>
      <dgm:t>
        <a:bodyPr/>
        <a:lstStyle/>
        <a:p>
          <a:r>
            <a:rPr lang="en-US"/>
            <a:t>Logic Filters: Filter numeric data using conditions (&gt;, &lt;, =, &lt;&gt;, &gt;=, &lt;=).</a:t>
          </a:r>
        </a:p>
      </dgm:t>
    </dgm:pt>
    <dgm:pt modelId="{36CD7136-09A9-4A98-AFA0-57DC75848928}" type="parTrans" cxnId="{62FF9A49-AC00-48B4-B180-AD43FEF65CE0}">
      <dgm:prSet/>
      <dgm:spPr/>
      <dgm:t>
        <a:bodyPr/>
        <a:lstStyle/>
        <a:p>
          <a:endParaRPr lang="en-US"/>
        </a:p>
      </dgm:t>
    </dgm:pt>
    <dgm:pt modelId="{1F39EB08-6E7D-41A0-996F-6D96B235BD22}" type="sibTrans" cxnId="{62FF9A49-AC00-48B4-B180-AD43FEF65CE0}">
      <dgm:prSet/>
      <dgm:spPr/>
      <dgm:t>
        <a:bodyPr/>
        <a:lstStyle/>
        <a:p>
          <a:endParaRPr lang="en-US"/>
        </a:p>
      </dgm:t>
    </dgm:pt>
    <dgm:pt modelId="{90CB8651-0E00-4FC0-8DF7-50F27E4C08AC}">
      <dgm:prSet/>
      <dgm:spPr/>
      <dgm:t>
        <a:bodyPr/>
        <a:lstStyle/>
        <a:p>
          <a:r>
            <a:rPr lang="en-US" b="1"/>
            <a:t>Column Specific: </a:t>
          </a:r>
          <a:r>
            <a:rPr lang="en-US"/>
            <a:t>Dropdown-based filtering for specific categories.</a:t>
          </a:r>
        </a:p>
      </dgm:t>
    </dgm:pt>
    <dgm:pt modelId="{861C1CDA-D548-40B2-8BB4-EFCE0CF84341}" type="parTrans" cxnId="{E26BC092-B96E-46C9-AA93-14D798617E15}">
      <dgm:prSet/>
      <dgm:spPr/>
      <dgm:t>
        <a:bodyPr/>
        <a:lstStyle/>
        <a:p>
          <a:endParaRPr lang="en-US"/>
        </a:p>
      </dgm:t>
    </dgm:pt>
    <dgm:pt modelId="{15D0E67C-3A42-49CC-A28A-2F83F2EAFE5D}" type="sibTrans" cxnId="{E26BC092-B96E-46C9-AA93-14D798617E15}">
      <dgm:prSet/>
      <dgm:spPr/>
      <dgm:t>
        <a:bodyPr/>
        <a:lstStyle/>
        <a:p>
          <a:endParaRPr lang="en-US"/>
        </a:p>
      </dgm:t>
    </dgm:pt>
    <dgm:pt modelId="{D510B380-FA04-4648-9A37-475CB3188B92}" type="pres">
      <dgm:prSet presAssocID="{3350F307-2811-4436-8416-F0AE5D7B6349}" presName="linear" presStyleCnt="0">
        <dgm:presLayoutVars>
          <dgm:animLvl val="lvl"/>
          <dgm:resizeHandles val="exact"/>
        </dgm:presLayoutVars>
      </dgm:prSet>
      <dgm:spPr/>
    </dgm:pt>
    <dgm:pt modelId="{48876DF6-F188-4975-9750-02E8AA862481}" type="pres">
      <dgm:prSet presAssocID="{94A118F7-401D-469C-B266-141DBD62E98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629391C-944C-49C2-B090-9354253AA87A}" type="pres">
      <dgm:prSet presAssocID="{AB520C61-AF6B-44E9-918B-2EAF32E5D184}" presName="spacer" presStyleCnt="0"/>
      <dgm:spPr/>
    </dgm:pt>
    <dgm:pt modelId="{465B312D-BC8E-4492-902D-2B2475E8E29F}" type="pres">
      <dgm:prSet presAssocID="{42877A04-69C0-48B7-B96C-BABF49C6A4F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4C53BAB-4D5F-42D2-BDBB-8F3DFCCE8796}" type="pres">
      <dgm:prSet presAssocID="{2FE7ADF3-D2DD-4C0A-90E6-ECA31AED4B8D}" presName="spacer" presStyleCnt="0"/>
      <dgm:spPr/>
    </dgm:pt>
    <dgm:pt modelId="{9C9F99F2-0DA1-4D11-A03C-C6AE59C5D9E6}" type="pres">
      <dgm:prSet presAssocID="{BEFD694B-0FDC-40A8-A6E7-316905B1D6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91F9478-06B7-486B-8CBF-CDD809AD590F}" type="pres">
      <dgm:prSet presAssocID="{1F39EB08-6E7D-41A0-996F-6D96B235BD22}" presName="spacer" presStyleCnt="0"/>
      <dgm:spPr/>
    </dgm:pt>
    <dgm:pt modelId="{3BEAC1E8-1CC3-40B2-AB29-F97AA43B99A5}" type="pres">
      <dgm:prSet presAssocID="{90CB8651-0E00-4FC0-8DF7-50F27E4C08A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B608612-5621-4B05-B69E-894BAE82CE24}" type="presOf" srcId="{90CB8651-0E00-4FC0-8DF7-50F27E4C08AC}" destId="{3BEAC1E8-1CC3-40B2-AB29-F97AA43B99A5}" srcOrd="0" destOrd="0" presId="urn:microsoft.com/office/officeart/2005/8/layout/vList2"/>
    <dgm:cxn modelId="{C892311E-9EC6-43C4-B1BA-DDC5435EC0E5}" srcId="{3350F307-2811-4436-8416-F0AE5D7B6349}" destId="{94A118F7-401D-469C-B266-141DBD62E98C}" srcOrd="0" destOrd="0" parTransId="{B1CD77E1-DBF1-4A4E-A729-556EE996FA5E}" sibTransId="{AB520C61-AF6B-44E9-918B-2EAF32E5D184}"/>
    <dgm:cxn modelId="{62FF9A49-AC00-48B4-B180-AD43FEF65CE0}" srcId="{3350F307-2811-4436-8416-F0AE5D7B6349}" destId="{BEFD694B-0FDC-40A8-A6E7-316905B1D6EE}" srcOrd="2" destOrd="0" parTransId="{36CD7136-09A9-4A98-AFA0-57DC75848928}" sibTransId="{1F39EB08-6E7D-41A0-996F-6D96B235BD22}"/>
    <dgm:cxn modelId="{013DDF49-9B7D-48AB-A050-707E367C28A7}" srcId="{3350F307-2811-4436-8416-F0AE5D7B6349}" destId="{42877A04-69C0-48B7-B96C-BABF49C6A4FC}" srcOrd="1" destOrd="0" parTransId="{D4E5FA4A-C1E2-4F83-835D-D883353D0E58}" sibTransId="{2FE7ADF3-D2DD-4C0A-90E6-ECA31AED4B8D}"/>
    <dgm:cxn modelId="{6D38316C-BD40-4446-B3E1-E70BB5D0EE04}" type="presOf" srcId="{3350F307-2811-4436-8416-F0AE5D7B6349}" destId="{D510B380-FA04-4648-9A37-475CB3188B92}" srcOrd="0" destOrd="0" presId="urn:microsoft.com/office/officeart/2005/8/layout/vList2"/>
    <dgm:cxn modelId="{E26BC092-B96E-46C9-AA93-14D798617E15}" srcId="{3350F307-2811-4436-8416-F0AE5D7B6349}" destId="{90CB8651-0E00-4FC0-8DF7-50F27E4C08AC}" srcOrd="3" destOrd="0" parTransId="{861C1CDA-D548-40B2-8BB4-EFCE0CF84341}" sibTransId="{15D0E67C-3A42-49CC-A28A-2F83F2EAFE5D}"/>
    <dgm:cxn modelId="{84C86094-96F4-4644-A30F-4FA597D3543A}" type="presOf" srcId="{42877A04-69C0-48B7-B96C-BABF49C6A4FC}" destId="{465B312D-BC8E-4492-902D-2B2475E8E29F}" srcOrd="0" destOrd="0" presId="urn:microsoft.com/office/officeart/2005/8/layout/vList2"/>
    <dgm:cxn modelId="{0B0E9DAA-9B74-415E-9119-806CDAB8BA16}" type="presOf" srcId="{94A118F7-401D-469C-B266-141DBD62E98C}" destId="{48876DF6-F188-4975-9750-02E8AA862481}" srcOrd="0" destOrd="0" presId="urn:microsoft.com/office/officeart/2005/8/layout/vList2"/>
    <dgm:cxn modelId="{7CE1F5AC-F7F7-4CBD-AF7E-C3F85BB37589}" type="presOf" srcId="{BEFD694B-0FDC-40A8-A6E7-316905B1D6EE}" destId="{9C9F99F2-0DA1-4D11-A03C-C6AE59C5D9E6}" srcOrd="0" destOrd="0" presId="urn:microsoft.com/office/officeart/2005/8/layout/vList2"/>
    <dgm:cxn modelId="{7224EAFA-8A4F-47BD-A898-E770251E5FEF}" type="presParOf" srcId="{D510B380-FA04-4648-9A37-475CB3188B92}" destId="{48876DF6-F188-4975-9750-02E8AA862481}" srcOrd="0" destOrd="0" presId="urn:microsoft.com/office/officeart/2005/8/layout/vList2"/>
    <dgm:cxn modelId="{C6036FC4-508C-43CE-9DC7-5FE5753B234A}" type="presParOf" srcId="{D510B380-FA04-4648-9A37-475CB3188B92}" destId="{C629391C-944C-49C2-B090-9354253AA87A}" srcOrd="1" destOrd="0" presId="urn:microsoft.com/office/officeart/2005/8/layout/vList2"/>
    <dgm:cxn modelId="{C4DF0EAF-1B6D-49C8-AA74-0ED68F093CE3}" type="presParOf" srcId="{D510B380-FA04-4648-9A37-475CB3188B92}" destId="{465B312D-BC8E-4492-902D-2B2475E8E29F}" srcOrd="2" destOrd="0" presId="urn:microsoft.com/office/officeart/2005/8/layout/vList2"/>
    <dgm:cxn modelId="{CB0F68E1-F891-40C6-850A-1D491DEFCB26}" type="presParOf" srcId="{D510B380-FA04-4648-9A37-475CB3188B92}" destId="{64C53BAB-4D5F-42D2-BDBB-8F3DFCCE8796}" srcOrd="3" destOrd="0" presId="urn:microsoft.com/office/officeart/2005/8/layout/vList2"/>
    <dgm:cxn modelId="{94C47F03-BF2F-4AB1-AE7F-DB40A9D64887}" type="presParOf" srcId="{D510B380-FA04-4648-9A37-475CB3188B92}" destId="{9C9F99F2-0DA1-4D11-A03C-C6AE59C5D9E6}" srcOrd="4" destOrd="0" presId="urn:microsoft.com/office/officeart/2005/8/layout/vList2"/>
    <dgm:cxn modelId="{A205A00D-8A24-4698-ABFD-FFEDBC8B3D3D}" type="presParOf" srcId="{D510B380-FA04-4648-9A37-475CB3188B92}" destId="{191F9478-06B7-486B-8CBF-CDD809AD590F}" srcOrd="5" destOrd="0" presId="urn:microsoft.com/office/officeart/2005/8/layout/vList2"/>
    <dgm:cxn modelId="{F8944904-D1DD-4291-B2EF-1C3ED3E08E3E}" type="presParOf" srcId="{D510B380-FA04-4648-9A37-475CB3188B92}" destId="{3BEAC1E8-1CC3-40B2-AB29-F97AA43B99A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F15836B-288F-42D7-AD30-ABF82EBD74C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5B1860C-2E16-436B-89B3-B7DF0A1D12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Top/Bottom Analysis:</a:t>
          </a:r>
          <a:r>
            <a:rPr lang="en-US"/>
            <a:t> Instantly identify Top 10 performers or Bottom 5 results.</a:t>
          </a:r>
        </a:p>
      </dgm:t>
    </dgm:pt>
    <dgm:pt modelId="{164D8C04-0F69-43C1-8A34-6819F1701CB7}" type="parTrans" cxnId="{58731D7B-F4E6-4C82-A7C3-43E876FE1C62}">
      <dgm:prSet/>
      <dgm:spPr/>
      <dgm:t>
        <a:bodyPr/>
        <a:lstStyle/>
        <a:p>
          <a:endParaRPr lang="en-US"/>
        </a:p>
      </dgm:t>
    </dgm:pt>
    <dgm:pt modelId="{7CA60EB1-0967-4926-B28F-C5B6DE7EE3D6}" type="sibTrans" cxnId="{58731D7B-F4E6-4C82-A7C3-43E876FE1C62}">
      <dgm:prSet/>
      <dgm:spPr/>
      <dgm:t>
        <a:bodyPr/>
        <a:lstStyle/>
        <a:p>
          <a:endParaRPr lang="en-US"/>
        </a:p>
      </dgm:t>
    </dgm:pt>
    <dgm:pt modelId="{95D2696E-C529-4450-AB02-F9A25F6616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Aggregation Mode:</a:t>
          </a:r>
          <a:r>
            <a:rPr lang="en-US"/>
            <a:t> Calculate Sum, Average, Count, Max, and Min without Pivot Tables.</a:t>
          </a:r>
        </a:p>
      </dgm:t>
    </dgm:pt>
    <dgm:pt modelId="{09FD097D-331C-4896-AE9A-182FEDE452FB}" type="parTrans" cxnId="{2D4B92C5-DCC4-4E78-BDEF-02C04B64E06F}">
      <dgm:prSet/>
      <dgm:spPr/>
      <dgm:t>
        <a:bodyPr/>
        <a:lstStyle/>
        <a:p>
          <a:endParaRPr lang="en-US"/>
        </a:p>
      </dgm:t>
    </dgm:pt>
    <dgm:pt modelId="{F9AC1D02-4A8F-40CE-AD40-90515003F2BF}" type="sibTrans" cxnId="{2D4B92C5-DCC4-4E78-BDEF-02C04B64E06F}">
      <dgm:prSet/>
      <dgm:spPr/>
      <dgm:t>
        <a:bodyPr/>
        <a:lstStyle/>
        <a:p>
          <a:endParaRPr lang="en-US"/>
        </a:p>
      </dgm:t>
    </dgm:pt>
    <dgm:pt modelId="{833701B8-0E7B-4C52-8102-E75DE76E5D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Grouping:</a:t>
          </a:r>
          <a:r>
            <a:rPr lang="en-US"/>
            <a:t> Group data by category and see aggregated results in real-time.</a:t>
          </a:r>
        </a:p>
      </dgm:t>
    </dgm:pt>
    <dgm:pt modelId="{468B4374-BC4A-408B-BE63-DD03979FF089}" type="parTrans" cxnId="{34082299-0F5C-4E7F-BCEC-B0D9787D3D1D}">
      <dgm:prSet/>
      <dgm:spPr/>
      <dgm:t>
        <a:bodyPr/>
        <a:lstStyle/>
        <a:p>
          <a:endParaRPr lang="en-US"/>
        </a:p>
      </dgm:t>
    </dgm:pt>
    <dgm:pt modelId="{DD2C00A7-C193-4233-8FDD-8D786C75DAF8}" type="sibTrans" cxnId="{34082299-0F5C-4E7F-BCEC-B0D9787D3D1D}">
      <dgm:prSet/>
      <dgm:spPr/>
      <dgm:t>
        <a:bodyPr/>
        <a:lstStyle/>
        <a:p>
          <a:endParaRPr lang="en-US"/>
        </a:p>
      </dgm:t>
    </dgm:pt>
    <dgm:pt modelId="{D982F180-11BE-4993-B856-72E921D1D1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Preview Window:</a:t>
          </a:r>
          <a:r>
            <a:rPr lang="en-US"/>
            <a:t> Immediate visualization of analyzed data before exporting.</a:t>
          </a:r>
        </a:p>
      </dgm:t>
    </dgm:pt>
    <dgm:pt modelId="{7AECD66B-F86B-4285-9A77-9DC8DE7EB052}" type="parTrans" cxnId="{0182FBB2-D399-4789-84EF-270AC882B682}">
      <dgm:prSet/>
      <dgm:spPr/>
      <dgm:t>
        <a:bodyPr/>
        <a:lstStyle/>
        <a:p>
          <a:endParaRPr lang="en-US"/>
        </a:p>
      </dgm:t>
    </dgm:pt>
    <dgm:pt modelId="{156C1745-64D8-4883-BF28-DFF50E087744}" type="sibTrans" cxnId="{0182FBB2-D399-4789-84EF-270AC882B682}">
      <dgm:prSet/>
      <dgm:spPr/>
      <dgm:t>
        <a:bodyPr/>
        <a:lstStyle/>
        <a:p>
          <a:endParaRPr lang="en-US"/>
        </a:p>
      </dgm:t>
    </dgm:pt>
    <dgm:pt modelId="{1BAC199F-F921-49FB-8588-F7EBA9C39836}" type="pres">
      <dgm:prSet presAssocID="{AF15836B-288F-42D7-AD30-ABF82EBD74CA}" presName="root" presStyleCnt="0">
        <dgm:presLayoutVars>
          <dgm:dir/>
          <dgm:resizeHandles val="exact"/>
        </dgm:presLayoutVars>
      </dgm:prSet>
      <dgm:spPr/>
    </dgm:pt>
    <dgm:pt modelId="{AD8B2482-1E32-4B88-9CDE-1233F0B85267}" type="pres">
      <dgm:prSet presAssocID="{05B1860C-2E16-436B-89B3-B7DF0A1D12C5}" presName="compNode" presStyleCnt="0"/>
      <dgm:spPr/>
    </dgm:pt>
    <dgm:pt modelId="{149AB5DF-75C1-46E9-B820-C6F1234616DE}" type="pres">
      <dgm:prSet presAssocID="{05B1860C-2E16-436B-89B3-B7DF0A1D12C5}" presName="bgRect" presStyleLbl="bgShp" presStyleIdx="0" presStyleCnt="4"/>
      <dgm:spPr/>
    </dgm:pt>
    <dgm:pt modelId="{91294A8A-5F29-4670-9D47-597E91E6FCE2}" type="pres">
      <dgm:prSet presAssocID="{05B1860C-2E16-436B-89B3-B7DF0A1D12C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0205097-3860-4F71-8A71-6C02992D93B8}" type="pres">
      <dgm:prSet presAssocID="{05B1860C-2E16-436B-89B3-B7DF0A1D12C5}" presName="spaceRect" presStyleCnt="0"/>
      <dgm:spPr/>
    </dgm:pt>
    <dgm:pt modelId="{0CAED8BC-643C-4163-80B3-4CE3354E3E29}" type="pres">
      <dgm:prSet presAssocID="{05B1860C-2E16-436B-89B3-B7DF0A1D12C5}" presName="parTx" presStyleLbl="revTx" presStyleIdx="0" presStyleCnt="4">
        <dgm:presLayoutVars>
          <dgm:chMax val="0"/>
          <dgm:chPref val="0"/>
        </dgm:presLayoutVars>
      </dgm:prSet>
      <dgm:spPr/>
    </dgm:pt>
    <dgm:pt modelId="{2C199BFB-7E4E-4622-801E-28C903DF6D0A}" type="pres">
      <dgm:prSet presAssocID="{7CA60EB1-0967-4926-B28F-C5B6DE7EE3D6}" presName="sibTrans" presStyleCnt="0"/>
      <dgm:spPr/>
    </dgm:pt>
    <dgm:pt modelId="{70CD0094-5E01-4385-B8C6-37FA404E5D4F}" type="pres">
      <dgm:prSet presAssocID="{95D2696E-C529-4450-AB02-F9A25F661651}" presName="compNode" presStyleCnt="0"/>
      <dgm:spPr/>
    </dgm:pt>
    <dgm:pt modelId="{D951017E-4C37-487D-99B3-6A11F363D679}" type="pres">
      <dgm:prSet presAssocID="{95D2696E-C529-4450-AB02-F9A25F661651}" presName="bgRect" presStyleLbl="bgShp" presStyleIdx="1" presStyleCnt="4"/>
      <dgm:spPr/>
    </dgm:pt>
    <dgm:pt modelId="{41873F5F-234F-42CC-8B79-311F1A57D3D0}" type="pres">
      <dgm:prSet presAssocID="{95D2696E-C529-4450-AB02-F9A25F66165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AD3213FA-B0A3-41E5-AC50-9750375A77BB}" type="pres">
      <dgm:prSet presAssocID="{95D2696E-C529-4450-AB02-F9A25F661651}" presName="spaceRect" presStyleCnt="0"/>
      <dgm:spPr/>
    </dgm:pt>
    <dgm:pt modelId="{925A530B-9F3E-4A73-9360-52060D5FD4D3}" type="pres">
      <dgm:prSet presAssocID="{95D2696E-C529-4450-AB02-F9A25F661651}" presName="parTx" presStyleLbl="revTx" presStyleIdx="1" presStyleCnt="4">
        <dgm:presLayoutVars>
          <dgm:chMax val="0"/>
          <dgm:chPref val="0"/>
        </dgm:presLayoutVars>
      </dgm:prSet>
      <dgm:spPr/>
    </dgm:pt>
    <dgm:pt modelId="{E6A1092A-67C8-4E5F-96F1-26A4A7680A6A}" type="pres">
      <dgm:prSet presAssocID="{F9AC1D02-4A8F-40CE-AD40-90515003F2BF}" presName="sibTrans" presStyleCnt="0"/>
      <dgm:spPr/>
    </dgm:pt>
    <dgm:pt modelId="{9540E975-5768-4B41-A0CB-63B66DD94E83}" type="pres">
      <dgm:prSet presAssocID="{833701B8-0E7B-4C52-8102-E75DE76E5D36}" presName="compNode" presStyleCnt="0"/>
      <dgm:spPr/>
    </dgm:pt>
    <dgm:pt modelId="{F2CB5303-E91B-4CE6-955F-39E511C2D0F2}" type="pres">
      <dgm:prSet presAssocID="{833701B8-0E7B-4C52-8102-E75DE76E5D36}" presName="bgRect" presStyleLbl="bgShp" presStyleIdx="2" presStyleCnt="4"/>
      <dgm:spPr/>
    </dgm:pt>
    <dgm:pt modelId="{AA295925-6264-4436-9D04-08DF3C300E9B}" type="pres">
      <dgm:prSet presAssocID="{833701B8-0E7B-4C52-8102-E75DE76E5D3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C659AAB8-89FD-418F-9C57-5813EB21FDFC}" type="pres">
      <dgm:prSet presAssocID="{833701B8-0E7B-4C52-8102-E75DE76E5D36}" presName="spaceRect" presStyleCnt="0"/>
      <dgm:spPr/>
    </dgm:pt>
    <dgm:pt modelId="{8A24148F-319E-4076-959D-92A460A8CC33}" type="pres">
      <dgm:prSet presAssocID="{833701B8-0E7B-4C52-8102-E75DE76E5D36}" presName="parTx" presStyleLbl="revTx" presStyleIdx="2" presStyleCnt="4">
        <dgm:presLayoutVars>
          <dgm:chMax val="0"/>
          <dgm:chPref val="0"/>
        </dgm:presLayoutVars>
      </dgm:prSet>
      <dgm:spPr/>
    </dgm:pt>
    <dgm:pt modelId="{2EE00F14-7495-4514-B110-9780810C2BB9}" type="pres">
      <dgm:prSet presAssocID="{DD2C00A7-C193-4233-8FDD-8D786C75DAF8}" presName="sibTrans" presStyleCnt="0"/>
      <dgm:spPr/>
    </dgm:pt>
    <dgm:pt modelId="{E41FBB60-DD03-4BA6-B18C-556CDB1C0D5E}" type="pres">
      <dgm:prSet presAssocID="{D982F180-11BE-4993-B856-72E921D1D157}" presName="compNode" presStyleCnt="0"/>
      <dgm:spPr/>
    </dgm:pt>
    <dgm:pt modelId="{7235F26B-6EF3-4BAB-9E70-8A7A5C7A80C1}" type="pres">
      <dgm:prSet presAssocID="{D982F180-11BE-4993-B856-72E921D1D157}" presName="bgRect" presStyleLbl="bgShp" presStyleIdx="3" presStyleCnt="4"/>
      <dgm:spPr/>
    </dgm:pt>
    <dgm:pt modelId="{1EE10A85-2E11-4ED8-AB24-B3B516610344}" type="pres">
      <dgm:prSet presAssocID="{D982F180-11BE-4993-B856-72E921D1D15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5A4C61F3-FCEE-4F03-8B95-DEC73BF6E7E1}" type="pres">
      <dgm:prSet presAssocID="{D982F180-11BE-4993-B856-72E921D1D157}" presName="spaceRect" presStyleCnt="0"/>
      <dgm:spPr/>
    </dgm:pt>
    <dgm:pt modelId="{B8CA4425-870D-4109-8AE2-C5C5A09A4801}" type="pres">
      <dgm:prSet presAssocID="{D982F180-11BE-4993-B856-72E921D1D15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AA5D63B-0EEF-48AF-8C86-2A9E1E5BA8B0}" type="presOf" srcId="{D982F180-11BE-4993-B856-72E921D1D157}" destId="{B8CA4425-870D-4109-8AE2-C5C5A09A4801}" srcOrd="0" destOrd="0" presId="urn:microsoft.com/office/officeart/2018/2/layout/IconVerticalSolidList"/>
    <dgm:cxn modelId="{C8D28D7A-7DCD-42DE-8D90-144FEA628836}" type="presOf" srcId="{833701B8-0E7B-4C52-8102-E75DE76E5D36}" destId="{8A24148F-319E-4076-959D-92A460A8CC33}" srcOrd="0" destOrd="0" presId="urn:microsoft.com/office/officeart/2018/2/layout/IconVerticalSolidList"/>
    <dgm:cxn modelId="{58731D7B-F4E6-4C82-A7C3-43E876FE1C62}" srcId="{AF15836B-288F-42D7-AD30-ABF82EBD74CA}" destId="{05B1860C-2E16-436B-89B3-B7DF0A1D12C5}" srcOrd="0" destOrd="0" parTransId="{164D8C04-0F69-43C1-8A34-6819F1701CB7}" sibTransId="{7CA60EB1-0967-4926-B28F-C5B6DE7EE3D6}"/>
    <dgm:cxn modelId="{EBFF098E-F510-4342-9F5D-C35619B2B514}" type="presOf" srcId="{05B1860C-2E16-436B-89B3-B7DF0A1D12C5}" destId="{0CAED8BC-643C-4163-80B3-4CE3354E3E29}" srcOrd="0" destOrd="0" presId="urn:microsoft.com/office/officeart/2018/2/layout/IconVerticalSolidList"/>
    <dgm:cxn modelId="{34082299-0F5C-4E7F-BCEC-B0D9787D3D1D}" srcId="{AF15836B-288F-42D7-AD30-ABF82EBD74CA}" destId="{833701B8-0E7B-4C52-8102-E75DE76E5D36}" srcOrd="2" destOrd="0" parTransId="{468B4374-BC4A-408B-BE63-DD03979FF089}" sibTransId="{DD2C00A7-C193-4233-8FDD-8D786C75DAF8}"/>
    <dgm:cxn modelId="{577A0BA1-68F5-4811-B0FF-3B78D0A9BC00}" type="presOf" srcId="{95D2696E-C529-4450-AB02-F9A25F661651}" destId="{925A530B-9F3E-4A73-9360-52060D5FD4D3}" srcOrd="0" destOrd="0" presId="urn:microsoft.com/office/officeart/2018/2/layout/IconVerticalSolidList"/>
    <dgm:cxn modelId="{0182FBB2-D399-4789-84EF-270AC882B682}" srcId="{AF15836B-288F-42D7-AD30-ABF82EBD74CA}" destId="{D982F180-11BE-4993-B856-72E921D1D157}" srcOrd="3" destOrd="0" parTransId="{7AECD66B-F86B-4285-9A77-9DC8DE7EB052}" sibTransId="{156C1745-64D8-4883-BF28-DFF50E087744}"/>
    <dgm:cxn modelId="{1D76FAB9-B818-4F5C-A909-E66FF15CAD50}" type="presOf" srcId="{AF15836B-288F-42D7-AD30-ABF82EBD74CA}" destId="{1BAC199F-F921-49FB-8588-F7EBA9C39836}" srcOrd="0" destOrd="0" presId="urn:microsoft.com/office/officeart/2018/2/layout/IconVerticalSolidList"/>
    <dgm:cxn modelId="{2D4B92C5-DCC4-4E78-BDEF-02C04B64E06F}" srcId="{AF15836B-288F-42D7-AD30-ABF82EBD74CA}" destId="{95D2696E-C529-4450-AB02-F9A25F661651}" srcOrd="1" destOrd="0" parTransId="{09FD097D-331C-4896-AE9A-182FEDE452FB}" sibTransId="{F9AC1D02-4A8F-40CE-AD40-90515003F2BF}"/>
    <dgm:cxn modelId="{AE19232F-2211-464B-B7AD-45FF21D159A6}" type="presParOf" srcId="{1BAC199F-F921-49FB-8588-F7EBA9C39836}" destId="{AD8B2482-1E32-4B88-9CDE-1233F0B85267}" srcOrd="0" destOrd="0" presId="urn:microsoft.com/office/officeart/2018/2/layout/IconVerticalSolidList"/>
    <dgm:cxn modelId="{CE99C502-A9DA-4A45-B052-B08D4DD9C5F5}" type="presParOf" srcId="{AD8B2482-1E32-4B88-9CDE-1233F0B85267}" destId="{149AB5DF-75C1-46E9-B820-C6F1234616DE}" srcOrd="0" destOrd="0" presId="urn:microsoft.com/office/officeart/2018/2/layout/IconVerticalSolidList"/>
    <dgm:cxn modelId="{2F3A43CA-E2ED-4521-B582-C839657ECA54}" type="presParOf" srcId="{AD8B2482-1E32-4B88-9CDE-1233F0B85267}" destId="{91294A8A-5F29-4670-9D47-597E91E6FCE2}" srcOrd="1" destOrd="0" presId="urn:microsoft.com/office/officeart/2018/2/layout/IconVerticalSolidList"/>
    <dgm:cxn modelId="{AD35BD02-8F2C-4D95-9D57-2C8B7FD0FC72}" type="presParOf" srcId="{AD8B2482-1E32-4B88-9CDE-1233F0B85267}" destId="{70205097-3860-4F71-8A71-6C02992D93B8}" srcOrd="2" destOrd="0" presId="urn:microsoft.com/office/officeart/2018/2/layout/IconVerticalSolidList"/>
    <dgm:cxn modelId="{9927A519-E617-4BA1-8DE7-2C91F0C76A08}" type="presParOf" srcId="{AD8B2482-1E32-4B88-9CDE-1233F0B85267}" destId="{0CAED8BC-643C-4163-80B3-4CE3354E3E29}" srcOrd="3" destOrd="0" presId="urn:microsoft.com/office/officeart/2018/2/layout/IconVerticalSolidList"/>
    <dgm:cxn modelId="{49E5112D-A319-4438-91E6-4EEADC831310}" type="presParOf" srcId="{1BAC199F-F921-49FB-8588-F7EBA9C39836}" destId="{2C199BFB-7E4E-4622-801E-28C903DF6D0A}" srcOrd="1" destOrd="0" presId="urn:microsoft.com/office/officeart/2018/2/layout/IconVerticalSolidList"/>
    <dgm:cxn modelId="{1CB415C5-6475-463A-9D5B-5423A4201175}" type="presParOf" srcId="{1BAC199F-F921-49FB-8588-F7EBA9C39836}" destId="{70CD0094-5E01-4385-B8C6-37FA404E5D4F}" srcOrd="2" destOrd="0" presId="urn:microsoft.com/office/officeart/2018/2/layout/IconVerticalSolidList"/>
    <dgm:cxn modelId="{4DCB11EE-19DC-45D0-8045-89C4818E22E5}" type="presParOf" srcId="{70CD0094-5E01-4385-B8C6-37FA404E5D4F}" destId="{D951017E-4C37-487D-99B3-6A11F363D679}" srcOrd="0" destOrd="0" presId="urn:microsoft.com/office/officeart/2018/2/layout/IconVerticalSolidList"/>
    <dgm:cxn modelId="{ABF98C9F-E1EC-4C64-8F81-B8A3533DE6D7}" type="presParOf" srcId="{70CD0094-5E01-4385-B8C6-37FA404E5D4F}" destId="{41873F5F-234F-42CC-8B79-311F1A57D3D0}" srcOrd="1" destOrd="0" presId="urn:microsoft.com/office/officeart/2018/2/layout/IconVerticalSolidList"/>
    <dgm:cxn modelId="{52BBFFAC-9B8F-412E-B2EC-DA8203AD8E93}" type="presParOf" srcId="{70CD0094-5E01-4385-B8C6-37FA404E5D4F}" destId="{AD3213FA-B0A3-41E5-AC50-9750375A77BB}" srcOrd="2" destOrd="0" presId="urn:microsoft.com/office/officeart/2018/2/layout/IconVerticalSolidList"/>
    <dgm:cxn modelId="{C65A15BB-459C-4B8B-9B8C-0E55821198CB}" type="presParOf" srcId="{70CD0094-5E01-4385-B8C6-37FA404E5D4F}" destId="{925A530B-9F3E-4A73-9360-52060D5FD4D3}" srcOrd="3" destOrd="0" presId="urn:microsoft.com/office/officeart/2018/2/layout/IconVerticalSolidList"/>
    <dgm:cxn modelId="{48EB5368-D9F0-4A1A-8A41-F00601E42856}" type="presParOf" srcId="{1BAC199F-F921-49FB-8588-F7EBA9C39836}" destId="{E6A1092A-67C8-4E5F-96F1-26A4A7680A6A}" srcOrd="3" destOrd="0" presId="urn:microsoft.com/office/officeart/2018/2/layout/IconVerticalSolidList"/>
    <dgm:cxn modelId="{6D214CDF-7212-49A3-B2B2-685EBEE5E786}" type="presParOf" srcId="{1BAC199F-F921-49FB-8588-F7EBA9C39836}" destId="{9540E975-5768-4B41-A0CB-63B66DD94E83}" srcOrd="4" destOrd="0" presId="urn:microsoft.com/office/officeart/2018/2/layout/IconVerticalSolidList"/>
    <dgm:cxn modelId="{7FF89351-8276-4C32-9560-3E6D8D4D687D}" type="presParOf" srcId="{9540E975-5768-4B41-A0CB-63B66DD94E83}" destId="{F2CB5303-E91B-4CE6-955F-39E511C2D0F2}" srcOrd="0" destOrd="0" presId="urn:microsoft.com/office/officeart/2018/2/layout/IconVerticalSolidList"/>
    <dgm:cxn modelId="{62416F00-30DB-4050-9DA3-C841986DCFB0}" type="presParOf" srcId="{9540E975-5768-4B41-A0CB-63B66DD94E83}" destId="{AA295925-6264-4436-9D04-08DF3C300E9B}" srcOrd="1" destOrd="0" presId="urn:microsoft.com/office/officeart/2018/2/layout/IconVerticalSolidList"/>
    <dgm:cxn modelId="{F2490577-9C2D-4C89-B91F-6FDDC303C881}" type="presParOf" srcId="{9540E975-5768-4B41-A0CB-63B66DD94E83}" destId="{C659AAB8-89FD-418F-9C57-5813EB21FDFC}" srcOrd="2" destOrd="0" presId="urn:microsoft.com/office/officeart/2018/2/layout/IconVerticalSolidList"/>
    <dgm:cxn modelId="{9DC32D33-22CF-483B-873F-051F80CD34EB}" type="presParOf" srcId="{9540E975-5768-4B41-A0CB-63B66DD94E83}" destId="{8A24148F-319E-4076-959D-92A460A8CC33}" srcOrd="3" destOrd="0" presId="urn:microsoft.com/office/officeart/2018/2/layout/IconVerticalSolidList"/>
    <dgm:cxn modelId="{B9245222-0D7A-465E-9F67-24F7FB59DBBD}" type="presParOf" srcId="{1BAC199F-F921-49FB-8588-F7EBA9C39836}" destId="{2EE00F14-7495-4514-B110-9780810C2BB9}" srcOrd="5" destOrd="0" presId="urn:microsoft.com/office/officeart/2018/2/layout/IconVerticalSolidList"/>
    <dgm:cxn modelId="{93B1F23D-2AD7-4E3C-80AF-201BD6D9E402}" type="presParOf" srcId="{1BAC199F-F921-49FB-8588-F7EBA9C39836}" destId="{E41FBB60-DD03-4BA6-B18C-556CDB1C0D5E}" srcOrd="6" destOrd="0" presId="urn:microsoft.com/office/officeart/2018/2/layout/IconVerticalSolidList"/>
    <dgm:cxn modelId="{11DDD7B7-B3B0-4A75-9295-642A812FE826}" type="presParOf" srcId="{E41FBB60-DD03-4BA6-B18C-556CDB1C0D5E}" destId="{7235F26B-6EF3-4BAB-9E70-8A7A5C7A80C1}" srcOrd="0" destOrd="0" presId="urn:microsoft.com/office/officeart/2018/2/layout/IconVerticalSolidList"/>
    <dgm:cxn modelId="{6FE43D5C-6AF9-42AA-843C-3B23A52F00A0}" type="presParOf" srcId="{E41FBB60-DD03-4BA6-B18C-556CDB1C0D5E}" destId="{1EE10A85-2E11-4ED8-AB24-B3B516610344}" srcOrd="1" destOrd="0" presId="urn:microsoft.com/office/officeart/2018/2/layout/IconVerticalSolidList"/>
    <dgm:cxn modelId="{0002481D-8313-451D-B0C0-2489CA45C5E8}" type="presParOf" srcId="{E41FBB60-DD03-4BA6-B18C-556CDB1C0D5E}" destId="{5A4C61F3-FCEE-4F03-8B95-DEC73BF6E7E1}" srcOrd="2" destOrd="0" presId="urn:microsoft.com/office/officeart/2018/2/layout/IconVerticalSolidList"/>
    <dgm:cxn modelId="{81533863-CCD5-41F7-902F-7482BADF2386}" type="presParOf" srcId="{E41FBB60-DD03-4BA6-B18C-556CDB1C0D5E}" destId="{B8CA4425-870D-4109-8AE2-C5C5A09A48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0C72025-74EA-4CE2-937F-DA72D740DA7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36798F2-C301-4EFF-BCD6-450BC9E414CF}">
      <dgm:prSet/>
      <dgm:spPr/>
      <dgm:t>
        <a:bodyPr/>
        <a:lstStyle/>
        <a:p>
          <a:r>
            <a:rPr lang="en-US" b="1"/>
            <a:t>One-Click PDF:</a:t>
          </a:r>
          <a:r>
            <a:rPr lang="en-US"/>
            <a:t> Generates formatted PDF reports with headers and borders.</a:t>
          </a:r>
        </a:p>
      </dgm:t>
    </dgm:pt>
    <dgm:pt modelId="{DBA9E589-2911-44C3-B28D-31D06458CFEB}" type="parTrans" cxnId="{6BE7563B-AD4C-435C-AF2A-23393F864C7D}">
      <dgm:prSet/>
      <dgm:spPr/>
      <dgm:t>
        <a:bodyPr/>
        <a:lstStyle/>
        <a:p>
          <a:endParaRPr lang="en-US"/>
        </a:p>
      </dgm:t>
    </dgm:pt>
    <dgm:pt modelId="{776B7583-AB2A-4B38-B7CE-744495A9C13F}" type="sibTrans" cxnId="{6BE7563B-AD4C-435C-AF2A-23393F864C7D}">
      <dgm:prSet/>
      <dgm:spPr/>
      <dgm:t>
        <a:bodyPr/>
        <a:lstStyle/>
        <a:p>
          <a:endParaRPr lang="en-US"/>
        </a:p>
      </dgm:t>
    </dgm:pt>
    <dgm:pt modelId="{F8553B60-3D7D-46C6-9420-56381DE03D83}">
      <dgm:prSet/>
      <dgm:spPr/>
      <dgm:t>
        <a:bodyPr/>
        <a:lstStyle/>
        <a:p>
          <a:r>
            <a:rPr lang="en-US" b="1"/>
            <a:t>Professional Styling:</a:t>
          </a:r>
          <a:r>
            <a:rPr lang="en-US"/>
            <a:t> Auto-applies zebra striping and column fitting in reports.</a:t>
          </a:r>
        </a:p>
      </dgm:t>
    </dgm:pt>
    <dgm:pt modelId="{EE3657C9-642E-42A7-BE10-8D27B11E3705}" type="parTrans" cxnId="{9F8B73E3-E67E-4776-8D87-3DE097C3C4E1}">
      <dgm:prSet/>
      <dgm:spPr/>
      <dgm:t>
        <a:bodyPr/>
        <a:lstStyle/>
        <a:p>
          <a:endParaRPr lang="en-US"/>
        </a:p>
      </dgm:t>
    </dgm:pt>
    <dgm:pt modelId="{2CA8CE8D-5FA7-47BF-ABA1-3D3AA6866C04}" type="sibTrans" cxnId="{9F8B73E3-E67E-4776-8D87-3DE097C3C4E1}">
      <dgm:prSet/>
      <dgm:spPr/>
      <dgm:t>
        <a:bodyPr/>
        <a:lstStyle/>
        <a:p>
          <a:endParaRPr lang="en-US"/>
        </a:p>
      </dgm:t>
    </dgm:pt>
    <dgm:pt modelId="{8DECC436-FFF9-4778-925E-1D08BB9031AC}">
      <dgm:prSet/>
      <dgm:spPr/>
      <dgm:t>
        <a:bodyPr/>
        <a:lstStyle/>
        <a:p>
          <a:r>
            <a:rPr lang="en-US" b="1"/>
            <a:t>Excel Export:</a:t>
          </a:r>
          <a:r>
            <a:rPr lang="en-US"/>
            <a:t> Extracts filtered data to a new workbook instantly.</a:t>
          </a:r>
        </a:p>
      </dgm:t>
    </dgm:pt>
    <dgm:pt modelId="{B7330893-E762-472A-91E1-ACE9DAD1C32F}" type="parTrans" cxnId="{E1E8CFA7-A1D3-41A1-A147-F8A6C046C308}">
      <dgm:prSet/>
      <dgm:spPr/>
      <dgm:t>
        <a:bodyPr/>
        <a:lstStyle/>
        <a:p>
          <a:endParaRPr lang="en-US"/>
        </a:p>
      </dgm:t>
    </dgm:pt>
    <dgm:pt modelId="{6B28EF8C-8EB0-49F2-A762-0FBA5423A8D8}" type="sibTrans" cxnId="{E1E8CFA7-A1D3-41A1-A147-F8A6C046C308}">
      <dgm:prSet/>
      <dgm:spPr/>
      <dgm:t>
        <a:bodyPr/>
        <a:lstStyle/>
        <a:p>
          <a:endParaRPr lang="en-US"/>
        </a:p>
      </dgm:t>
    </dgm:pt>
    <dgm:pt modelId="{8568FCD7-A7F4-4D0D-A3AB-6D4E854D29A1}">
      <dgm:prSet/>
      <dgm:spPr/>
      <dgm:t>
        <a:bodyPr/>
        <a:lstStyle/>
        <a:p>
          <a:r>
            <a:rPr lang="en-US" b="1"/>
            <a:t>Insert to Sheet:</a:t>
          </a:r>
          <a:r>
            <a:rPr lang="en-US"/>
            <a:t> Flexibility to insert preview data into any specific cell.</a:t>
          </a:r>
        </a:p>
      </dgm:t>
    </dgm:pt>
    <dgm:pt modelId="{F0ED9F76-5D2D-4DF0-B896-3C0C4F4024E6}" type="parTrans" cxnId="{DA59E209-4A81-4B65-ACE7-60598BE3B2FE}">
      <dgm:prSet/>
      <dgm:spPr/>
      <dgm:t>
        <a:bodyPr/>
        <a:lstStyle/>
        <a:p>
          <a:endParaRPr lang="en-US"/>
        </a:p>
      </dgm:t>
    </dgm:pt>
    <dgm:pt modelId="{159153D7-18F1-437C-B354-6FDFFB380B4A}" type="sibTrans" cxnId="{DA59E209-4A81-4B65-ACE7-60598BE3B2FE}">
      <dgm:prSet/>
      <dgm:spPr/>
      <dgm:t>
        <a:bodyPr/>
        <a:lstStyle/>
        <a:p>
          <a:endParaRPr lang="en-US"/>
        </a:p>
      </dgm:t>
    </dgm:pt>
    <dgm:pt modelId="{CBD42014-9895-4581-BB45-BB88B96AD0BB}" type="pres">
      <dgm:prSet presAssocID="{90C72025-74EA-4CE2-937F-DA72D740DA70}" presName="vert0" presStyleCnt="0">
        <dgm:presLayoutVars>
          <dgm:dir/>
          <dgm:animOne val="branch"/>
          <dgm:animLvl val="lvl"/>
        </dgm:presLayoutVars>
      </dgm:prSet>
      <dgm:spPr/>
    </dgm:pt>
    <dgm:pt modelId="{EAC2D6BD-70CE-44EE-BC68-1A4769F8C49A}" type="pres">
      <dgm:prSet presAssocID="{536798F2-C301-4EFF-BCD6-450BC9E414CF}" presName="thickLine" presStyleLbl="alignNode1" presStyleIdx="0" presStyleCnt="4"/>
      <dgm:spPr/>
    </dgm:pt>
    <dgm:pt modelId="{54C32036-425D-4C33-8C21-E91313E246BB}" type="pres">
      <dgm:prSet presAssocID="{536798F2-C301-4EFF-BCD6-450BC9E414CF}" presName="horz1" presStyleCnt="0"/>
      <dgm:spPr/>
    </dgm:pt>
    <dgm:pt modelId="{8BE49B30-5589-4EA6-8D9E-DD4A5858555D}" type="pres">
      <dgm:prSet presAssocID="{536798F2-C301-4EFF-BCD6-450BC9E414CF}" presName="tx1" presStyleLbl="revTx" presStyleIdx="0" presStyleCnt="4"/>
      <dgm:spPr/>
    </dgm:pt>
    <dgm:pt modelId="{90586539-2728-48B5-B366-8E9957216877}" type="pres">
      <dgm:prSet presAssocID="{536798F2-C301-4EFF-BCD6-450BC9E414CF}" presName="vert1" presStyleCnt="0"/>
      <dgm:spPr/>
    </dgm:pt>
    <dgm:pt modelId="{E995AFDD-8EF1-44F9-8FD0-41F9365B3EED}" type="pres">
      <dgm:prSet presAssocID="{F8553B60-3D7D-46C6-9420-56381DE03D83}" presName="thickLine" presStyleLbl="alignNode1" presStyleIdx="1" presStyleCnt="4"/>
      <dgm:spPr/>
    </dgm:pt>
    <dgm:pt modelId="{98BFE988-7768-4BA1-96B2-65F4E831DF8D}" type="pres">
      <dgm:prSet presAssocID="{F8553B60-3D7D-46C6-9420-56381DE03D83}" presName="horz1" presStyleCnt="0"/>
      <dgm:spPr/>
    </dgm:pt>
    <dgm:pt modelId="{9A3C3F7D-5950-4C70-A9C8-2C2A63AFDBFB}" type="pres">
      <dgm:prSet presAssocID="{F8553B60-3D7D-46C6-9420-56381DE03D83}" presName="tx1" presStyleLbl="revTx" presStyleIdx="1" presStyleCnt="4"/>
      <dgm:spPr/>
    </dgm:pt>
    <dgm:pt modelId="{568B3110-E9B3-4426-95B5-FB67A62FA141}" type="pres">
      <dgm:prSet presAssocID="{F8553B60-3D7D-46C6-9420-56381DE03D83}" presName="vert1" presStyleCnt="0"/>
      <dgm:spPr/>
    </dgm:pt>
    <dgm:pt modelId="{121E6CCE-F648-4F5C-80E1-3BACD9F64813}" type="pres">
      <dgm:prSet presAssocID="{8DECC436-FFF9-4778-925E-1D08BB9031AC}" presName="thickLine" presStyleLbl="alignNode1" presStyleIdx="2" presStyleCnt="4"/>
      <dgm:spPr/>
    </dgm:pt>
    <dgm:pt modelId="{4B91F1D6-EAB8-45DC-B710-F2585F98B25E}" type="pres">
      <dgm:prSet presAssocID="{8DECC436-FFF9-4778-925E-1D08BB9031AC}" presName="horz1" presStyleCnt="0"/>
      <dgm:spPr/>
    </dgm:pt>
    <dgm:pt modelId="{016F489D-F101-46D6-BEEA-55DECCB96710}" type="pres">
      <dgm:prSet presAssocID="{8DECC436-FFF9-4778-925E-1D08BB9031AC}" presName="tx1" presStyleLbl="revTx" presStyleIdx="2" presStyleCnt="4"/>
      <dgm:spPr/>
    </dgm:pt>
    <dgm:pt modelId="{574DA080-C8AE-420C-923E-B7D901A49854}" type="pres">
      <dgm:prSet presAssocID="{8DECC436-FFF9-4778-925E-1D08BB9031AC}" presName="vert1" presStyleCnt="0"/>
      <dgm:spPr/>
    </dgm:pt>
    <dgm:pt modelId="{B7865E11-449B-4F7C-ACA8-0FD12A716859}" type="pres">
      <dgm:prSet presAssocID="{8568FCD7-A7F4-4D0D-A3AB-6D4E854D29A1}" presName="thickLine" presStyleLbl="alignNode1" presStyleIdx="3" presStyleCnt="4"/>
      <dgm:spPr/>
    </dgm:pt>
    <dgm:pt modelId="{758343E5-426B-436C-994F-CF3DC38F567E}" type="pres">
      <dgm:prSet presAssocID="{8568FCD7-A7F4-4D0D-A3AB-6D4E854D29A1}" presName="horz1" presStyleCnt="0"/>
      <dgm:spPr/>
    </dgm:pt>
    <dgm:pt modelId="{6A7753AC-D37B-4748-9A46-A04210E50862}" type="pres">
      <dgm:prSet presAssocID="{8568FCD7-A7F4-4D0D-A3AB-6D4E854D29A1}" presName="tx1" presStyleLbl="revTx" presStyleIdx="3" presStyleCnt="4"/>
      <dgm:spPr/>
    </dgm:pt>
    <dgm:pt modelId="{44F4A7EE-29C1-4696-8B90-BA98D2B31C3B}" type="pres">
      <dgm:prSet presAssocID="{8568FCD7-A7F4-4D0D-A3AB-6D4E854D29A1}" presName="vert1" presStyleCnt="0"/>
      <dgm:spPr/>
    </dgm:pt>
  </dgm:ptLst>
  <dgm:cxnLst>
    <dgm:cxn modelId="{BDF97809-7715-472C-97AD-DC2222B54FDF}" type="presOf" srcId="{90C72025-74EA-4CE2-937F-DA72D740DA70}" destId="{CBD42014-9895-4581-BB45-BB88B96AD0BB}" srcOrd="0" destOrd="0" presId="urn:microsoft.com/office/officeart/2008/layout/LinedList"/>
    <dgm:cxn modelId="{DA59E209-4A81-4B65-ACE7-60598BE3B2FE}" srcId="{90C72025-74EA-4CE2-937F-DA72D740DA70}" destId="{8568FCD7-A7F4-4D0D-A3AB-6D4E854D29A1}" srcOrd="3" destOrd="0" parTransId="{F0ED9F76-5D2D-4DF0-B896-3C0C4F4024E6}" sibTransId="{159153D7-18F1-437C-B354-6FDFFB380B4A}"/>
    <dgm:cxn modelId="{7FC35231-7384-490F-AE51-A602E9C5C0F8}" type="presOf" srcId="{8568FCD7-A7F4-4D0D-A3AB-6D4E854D29A1}" destId="{6A7753AC-D37B-4748-9A46-A04210E50862}" srcOrd="0" destOrd="0" presId="urn:microsoft.com/office/officeart/2008/layout/LinedList"/>
    <dgm:cxn modelId="{6BE7563B-AD4C-435C-AF2A-23393F864C7D}" srcId="{90C72025-74EA-4CE2-937F-DA72D740DA70}" destId="{536798F2-C301-4EFF-BCD6-450BC9E414CF}" srcOrd="0" destOrd="0" parTransId="{DBA9E589-2911-44C3-B28D-31D06458CFEB}" sibTransId="{776B7583-AB2A-4B38-B7CE-744495A9C13F}"/>
    <dgm:cxn modelId="{175C9062-9367-4C15-9957-1F38CE7C738A}" type="presOf" srcId="{536798F2-C301-4EFF-BCD6-450BC9E414CF}" destId="{8BE49B30-5589-4EA6-8D9E-DD4A5858555D}" srcOrd="0" destOrd="0" presId="urn:microsoft.com/office/officeart/2008/layout/LinedList"/>
    <dgm:cxn modelId="{E1E8CFA7-A1D3-41A1-A147-F8A6C046C308}" srcId="{90C72025-74EA-4CE2-937F-DA72D740DA70}" destId="{8DECC436-FFF9-4778-925E-1D08BB9031AC}" srcOrd="2" destOrd="0" parTransId="{B7330893-E762-472A-91E1-ACE9DAD1C32F}" sibTransId="{6B28EF8C-8EB0-49F2-A762-0FBA5423A8D8}"/>
    <dgm:cxn modelId="{34DCEBE1-8F53-4D7F-8143-C886522ABB7E}" type="presOf" srcId="{F8553B60-3D7D-46C6-9420-56381DE03D83}" destId="{9A3C3F7D-5950-4C70-A9C8-2C2A63AFDBFB}" srcOrd="0" destOrd="0" presId="urn:microsoft.com/office/officeart/2008/layout/LinedList"/>
    <dgm:cxn modelId="{9F8B73E3-E67E-4776-8D87-3DE097C3C4E1}" srcId="{90C72025-74EA-4CE2-937F-DA72D740DA70}" destId="{F8553B60-3D7D-46C6-9420-56381DE03D83}" srcOrd="1" destOrd="0" parTransId="{EE3657C9-642E-42A7-BE10-8D27B11E3705}" sibTransId="{2CA8CE8D-5FA7-47BF-ABA1-3D3AA6866C04}"/>
    <dgm:cxn modelId="{7775B9EE-FB4B-459E-8CA6-BC2B8ABC1A02}" type="presOf" srcId="{8DECC436-FFF9-4778-925E-1D08BB9031AC}" destId="{016F489D-F101-46D6-BEEA-55DECCB96710}" srcOrd="0" destOrd="0" presId="urn:microsoft.com/office/officeart/2008/layout/LinedList"/>
    <dgm:cxn modelId="{480ED2B8-D897-4C02-A513-8999ECC6F449}" type="presParOf" srcId="{CBD42014-9895-4581-BB45-BB88B96AD0BB}" destId="{EAC2D6BD-70CE-44EE-BC68-1A4769F8C49A}" srcOrd="0" destOrd="0" presId="urn:microsoft.com/office/officeart/2008/layout/LinedList"/>
    <dgm:cxn modelId="{B8970EF1-E44A-44D0-90B3-E36EB023D921}" type="presParOf" srcId="{CBD42014-9895-4581-BB45-BB88B96AD0BB}" destId="{54C32036-425D-4C33-8C21-E91313E246BB}" srcOrd="1" destOrd="0" presId="urn:microsoft.com/office/officeart/2008/layout/LinedList"/>
    <dgm:cxn modelId="{9F075A57-C0E7-4910-B07A-1AE1E419A124}" type="presParOf" srcId="{54C32036-425D-4C33-8C21-E91313E246BB}" destId="{8BE49B30-5589-4EA6-8D9E-DD4A5858555D}" srcOrd="0" destOrd="0" presId="urn:microsoft.com/office/officeart/2008/layout/LinedList"/>
    <dgm:cxn modelId="{BC1CE430-3C59-41D0-81D9-AE9A758A1A53}" type="presParOf" srcId="{54C32036-425D-4C33-8C21-E91313E246BB}" destId="{90586539-2728-48B5-B366-8E9957216877}" srcOrd="1" destOrd="0" presId="urn:microsoft.com/office/officeart/2008/layout/LinedList"/>
    <dgm:cxn modelId="{FFA57872-3F33-4A4D-8FFC-067AC022F885}" type="presParOf" srcId="{CBD42014-9895-4581-BB45-BB88B96AD0BB}" destId="{E995AFDD-8EF1-44F9-8FD0-41F9365B3EED}" srcOrd="2" destOrd="0" presId="urn:microsoft.com/office/officeart/2008/layout/LinedList"/>
    <dgm:cxn modelId="{004BA9D5-6B6D-454D-8430-75B4B452C567}" type="presParOf" srcId="{CBD42014-9895-4581-BB45-BB88B96AD0BB}" destId="{98BFE988-7768-4BA1-96B2-65F4E831DF8D}" srcOrd="3" destOrd="0" presId="urn:microsoft.com/office/officeart/2008/layout/LinedList"/>
    <dgm:cxn modelId="{8269CCAB-E3DF-44E6-929E-34A296B13D4C}" type="presParOf" srcId="{98BFE988-7768-4BA1-96B2-65F4E831DF8D}" destId="{9A3C3F7D-5950-4C70-A9C8-2C2A63AFDBFB}" srcOrd="0" destOrd="0" presId="urn:microsoft.com/office/officeart/2008/layout/LinedList"/>
    <dgm:cxn modelId="{8EACFDCF-8A01-431A-8D1C-3C382EA9FF5A}" type="presParOf" srcId="{98BFE988-7768-4BA1-96B2-65F4E831DF8D}" destId="{568B3110-E9B3-4426-95B5-FB67A62FA141}" srcOrd="1" destOrd="0" presId="urn:microsoft.com/office/officeart/2008/layout/LinedList"/>
    <dgm:cxn modelId="{A63986B2-A4E7-432E-99BB-B93D34FEE151}" type="presParOf" srcId="{CBD42014-9895-4581-BB45-BB88B96AD0BB}" destId="{121E6CCE-F648-4F5C-80E1-3BACD9F64813}" srcOrd="4" destOrd="0" presId="urn:microsoft.com/office/officeart/2008/layout/LinedList"/>
    <dgm:cxn modelId="{00F9A2F8-2C6C-42B9-9B19-E626811FB384}" type="presParOf" srcId="{CBD42014-9895-4581-BB45-BB88B96AD0BB}" destId="{4B91F1D6-EAB8-45DC-B710-F2585F98B25E}" srcOrd="5" destOrd="0" presId="urn:microsoft.com/office/officeart/2008/layout/LinedList"/>
    <dgm:cxn modelId="{89B47284-06B9-4443-B804-CCB552D619CA}" type="presParOf" srcId="{4B91F1D6-EAB8-45DC-B710-F2585F98B25E}" destId="{016F489D-F101-46D6-BEEA-55DECCB96710}" srcOrd="0" destOrd="0" presId="urn:microsoft.com/office/officeart/2008/layout/LinedList"/>
    <dgm:cxn modelId="{CE406595-14DD-4BB9-9615-0BA026D02879}" type="presParOf" srcId="{4B91F1D6-EAB8-45DC-B710-F2585F98B25E}" destId="{574DA080-C8AE-420C-923E-B7D901A49854}" srcOrd="1" destOrd="0" presId="urn:microsoft.com/office/officeart/2008/layout/LinedList"/>
    <dgm:cxn modelId="{F802B190-0212-47D5-BBAD-7127B99E12E5}" type="presParOf" srcId="{CBD42014-9895-4581-BB45-BB88B96AD0BB}" destId="{B7865E11-449B-4F7C-ACA8-0FD12A716859}" srcOrd="6" destOrd="0" presId="urn:microsoft.com/office/officeart/2008/layout/LinedList"/>
    <dgm:cxn modelId="{8FD4106C-17A5-4433-B8C2-75A52C065ACE}" type="presParOf" srcId="{CBD42014-9895-4581-BB45-BB88B96AD0BB}" destId="{758343E5-426B-436C-994F-CF3DC38F567E}" srcOrd="7" destOrd="0" presId="urn:microsoft.com/office/officeart/2008/layout/LinedList"/>
    <dgm:cxn modelId="{19639CD3-73D6-4C22-873A-BBF6A636F01D}" type="presParOf" srcId="{758343E5-426B-436C-994F-CF3DC38F567E}" destId="{6A7753AC-D37B-4748-9A46-A04210E50862}" srcOrd="0" destOrd="0" presId="urn:microsoft.com/office/officeart/2008/layout/LinedList"/>
    <dgm:cxn modelId="{81EF573C-3CFD-411D-A531-384F3054FDDA}" type="presParOf" srcId="{758343E5-426B-436C-994F-CF3DC38F567E}" destId="{44F4A7EE-29C1-4696-8B90-BA98D2B31C3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0EFDBE6-DE98-4B27-9FE6-0B52F2C578C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0FBE8AE-6EDF-47F4-A7FB-9537A87443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Efficiency:</a:t>
          </a:r>
          <a:r>
            <a:rPr lang="en-US"/>
            <a:t> Reduces data entry time by 50%.</a:t>
          </a:r>
        </a:p>
      </dgm:t>
    </dgm:pt>
    <dgm:pt modelId="{3BD9299C-8300-477D-9377-51F76440CB51}" type="parTrans" cxnId="{E2A0E8E8-E187-45E0-888B-22271DAD8474}">
      <dgm:prSet/>
      <dgm:spPr/>
      <dgm:t>
        <a:bodyPr/>
        <a:lstStyle/>
        <a:p>
          <a:endParaRPr lang="en-US"/>
        </a:p>
      </dgm:t>
    </dgm:pt>
    <dgm:pt modelId="{9C5C32C2-31C7-4E40-BBBD-85A2FD8BF354}" type="sibTrans" cxnId="{E2A0E8E8-E187-45E0-888B-22271DAD8474}">
      <dgm:prSet/>
      <dgm:spPr/>
      <dgm:t>
        <a:bodyPr/>
        <a:lstStyle/>
        <a:p>
          <a:endParaRPr lang="en-US"/>
        </a:p>
      </dgm:t>
    </dgm:pt>
    <dgm:pt modelId="{8A3311FE-2EB8-46EC-AADF-92EDF2F77A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Accuracy:</a:t>
          </a:r>
          <a:r>
            <a:rPr lang="en-US"/>
            <a:t> Eliminates manual errors through validation logic.</a:t>
          </a:r>
        </a:p>
      </dgm:t>
    </dgm:pt>
    <dgm:pt modelId="{3FA7F54B-D35E-43E6-9594-01C494551E48}" type="parTrans" cxnId="{09FD13E8-6B83-477E-AE0B-241B39C9A175}">
      <dgm:prSet/>
      <dgm:spPr/>
      <dgm:t>
        <a:bodyPr/>
        <a:lstStyle/>
        <a:p>
          <a:endParaRPr lang="en-US"/>
        </a:p>
      </dgm:t>
    </dgm:pt>
    <dgm:pt modelId="{E73EBFB5-7B5F-4414-B9B7-E19D82028801}" type="sibTrans" cxnId="{09FD13E8-6B83-477E-AE0B-241B39C9A175}">
      <dgm:prSet/>
      <dgm:spPr/>
      <dgm:t>
        <a:bodyPr/>
        <a:lstStyle/>
        <a:p>
          <a:endParaRPr lang="en-US"/>
        </a:p>
      </dgm:t>
    </dgm:pt>
    <dgm:pt modelId="{827D88BC-94D8-4DEA-9E46-CDE09DB215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Insightful:</a:t>
          </a:r>
          <a:r>
            <a:rPr lang="en-US"/>
            <a:t> Provides instant business intelligence and analysis.</a:t>
          </a:r>
        </a:p>
      </dgm:t>
    </dgm:pt>
    <dgm:pt modelId="{0EC30B49-DF83-4B59-87DE-D9D06726465B}" type="parTrans" cxnId="{67748AAE-7A69-4E56-A7E8-470C95C0DCEA}">
      <dgm:prSet/>
      <dgm:spPr/>
      <dgm:t>
        <a:bodyPr/>
        <a:lstStyle/>
        <a:p>
          <a:endParaRPr lang="en-US"/>
        </a:p>
      </dgm:t>
    </dgm:pt>
    <dgm:pt modelId="{4ADD75B5-E640-43D4-BB9F-8BD20E3FE65C}" type="sibTrans" cxnId="{67748AAE-7A69-4E56-A7E8-470C95C0DCEA}">
      <dgm:prSet/>
      <dgm:spPr/>
      <dgm:t>
        <a:bodyPr/>
        <a:lstStyle/>
        <a:p>
          <a:endParaRPr lang="en-US"/>
        </a:p>
      </dgm:t>
    </dgm:pt>
    <dgm:pt modelId="{28CA64EC-45D8-4345-8683-5AB631AB44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Professional:</a:t>
          </a:r>
          <a:r>
            <a:rPr lang="en-US"/>
            <a:t> Delivers high-quality reports with a single click.</a:t>
          </a:r>
        </a:p>
      </dgm:t>
    </dgm:pt>
    <dgm:pt modelId="{61914624-E631-413A-9DF2-1BB3B44B97E3}" type="parTrans" cxnId="{7BACB3FF-B2E0-4519-949D-B8BF3859745C}">
      <dgm:prSet/>
      <dgm:spPr/>
      <dgm:t>
        <a:bodyPr/>
        <a:lstStyle/>
        <a:p>
          <a:endParaRPr lang="en-US"/>
        </a:p>
      </dgm:t>
    </dgm:pt>
    <dgm:pt modelId="{22FA22BB-7B85-4F8D-9F95-33FEA70F471D}" type="sibTrans" cxnId="{7BACB3FF-B2E0-4519-949D-B8BF3859745C}">
      <dgm:prSet/>
      <dgm:spPr/>
      <dgm:t>
        <a:bodyPr/>
        <a:lstStyle/>
        <a:p>
          <a:endParaRPr lang="en-US"/>
        </a:p>
      </dgm:t>
    </dgm:pt>
    <dgm:pt modelId="{10DC8E7E-C4CB-4E91-A8A5-BE248C89F3E4}" type="pres">
      <dgm:prSet presAssocID="{80EFDBE6-DE98-4B27-9FE6-0B52F2C578CA}" presName="root" presStyleCnt="0">
        <dgm:presLayoutVars>
          <dgm:dir/>
          <dgm:resizeHandles val="exact"/>
        </dgm:presLayoutVars>
      </dgm:prSet>
      <dgm:spPr/>
    </dgm:pt>
    <dgm:pt modelId="{F46620E9-3F2F-4315-8D0D-DFF2EDE02C5D}" type="pres">
      <dgm:prSet presAssocID="{00FBE8AE-6EDF-47F4-A7FB-9537A8744356}" presName="compNode" presStyleCnt="0"/>
      <dgm:spPr/>
    </dgm:pt>
    <dgm:pt modelId="{CD5766DF-2B52-4320-9318-FC9861292780}" type="pres">
      <dgm:prSet presAssocID="{00FBE8AE-6EDF-47F4-A7FB-9537A8744356}" presName="bgRect" presStyleLbl="bgShp" presStyleIdx="0" presStyleCnt="4"/>
      <dgm:spPr/>
    </dgm:pt>
    <dgm:pt modelId="{82A377A6-09DD-45C4-9E45-E7130979F1D7}" type="pres">
      <dgm:prSet presAssocID="{00FBE8AE-6EDF-47F4-A7FB-9537A874435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7F3E6E3-4B11-46DA-8DCD-B689AD7D6492}" type="pres">
      <dgm:prSet presAssocID="{00FBE8AE-6EDF-47F4-A7FB-9537A8744356}" presName="spaceRect" presStyleCnt="0"/>
      <dgm:spPr/>
    </dgm:pt>
    <dgm:pt modelId="{7E6BEA54-1B57-4DE6-B5B8-3216ADA52483}" type="pres">
      <dgm:prSet presAssocID="{00FBE8AE-6EDF-47F4-A7FB-9537A8744356}" presName="parTx" presStyleLbl="revTx" presStyleIdx="0" presStyleCnt="4">
        <dgm:presLayoutVars>
          <dgm:chMax val="0"/>
          <dgm:chPref val="0"/>
        </dgm:presLayoutVars>
      </dgm:prSet>
      <dgm:spPr/>
    </dgm:pt>
    <dgm:pt modelId="{D7FFD47E-90BF-4903-9D85-DBC884EC1DFA}" type="pres">
      <dgm:prSet presAssocID="{9C5C32C2-31C7-4E40-BBBD-85A2FD8BF354}" presName="sibTrans" presStyleCnt="0"/>
      <dgm:spPr/>
    </dgm:pt>
    <dgm:pt modelId="{9E2039FC-6845-415D-8CD1-DD72E1E59AD8}" type="pres">
      <dgm:prSet presAssocID="{8A3311FE-2EB8-46EC-AADF-92EDF2F77A06}" presName="compNode" presStyleCnt="0"/>
      <dgm:spPr/>
    </dgm:pt>
    <dgm:pt modelId="{0ADBBE49-D73D-411A-8E4F-998DEAB946B5}" type="pres">
      <dgm:prSet presAssocID="{8A3311FE-2EB8-46EC-AADF-92EDF2F77A06}" presName="bgRect" presStyleLbl="bgShp" presStyleIdx="1" presStyleCnt="4"/>
      <dgm:spPr/>
    </dgm:pt>
    <dgm:pt modelId="{E6FA5346-CF65-4508-86A4-65A3B822A79A}" type="pres">
      <dgm:prSet presAssocID="{8A3311FE-2EB8-46EC-AADF-92EDF2F77A0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722AE371-B76C-4BA2-80E2-096497F8842E}" type="pres">
      <dgm:prSet presAssocID="{8A3311FE-2EB8-46EC-AADF-92EDF2F77A06}" presName="spaceRect" presStyleCnt="0"/>
      <dgm:spPr/>
    </dgm:pt>
    <dgm:pt modelId="{0E03AA8B-2034-4E80-AAE9-CED30FD25082}" type="pres">
      <dgm:prSet presAssocID="{8A3311FE-2EB8-46EC-AADF-92EDF2F77A06}" presName="parTx" presStyleLbl="revTx" presStyleIdx="1" presStyleCnt="4">
        <dgm:presLayoutVars>
          <dgm:chMax val="0"/>
          <dgm:chPref val="0"/>
        </dgm:presLayoutVars>
      </dgm:prSet>
      <dgm:spPr/>
    </dgm:pt>
    <dgm:pt modelId="{BC9AF9DA-8F3B-487C-B892-53DA5052D86A}" type="pres">
      <dgm:prSet presAssocID="{E73EBFB5-7B5F-4414-B9B7-E19D82028801}" presName="sibTrans" presStyleCnt="0"/>
      <dgm:spPr/>
    </dgm:pt>
    <dgm:pt modelId="{2D1A7E82-6525-435A-A603-E0727FD3B5C5}" type="pres">
      <dgm:prSet presAssocID="{827D88BC-94D8-4DEA-9E46-CDE09DB215D5}" presName="compNode" presStyleCnt="0"/>
      <dgm:spPr/>
    </dgm:pt>
    <dgm:pt modelId="{2D29D3B5-5D7D-4D86-AF13-C00C478E2BFB}" type="pres">
      <dgm:prSet presAssocID="{827D88BC-94D8-4DEA-9E46-CDE09DB215D5}" presName="bgRect" presStyleLbl="bgShp" presStyleIdx="2" presStyleCnt="4"/>
      <dgm:spPr/>
    </dgm:pt>
    <dgm:pt modelId="{A525EDC6-9A8B-42F2-8886-AA358FEB80F4}" type="pres">
      <dgm:prSet presAssocID="{827D88BC-94D8-4DEA-9E46-CDE09DB215D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EE23ED38-8084-40FA-BF17-875534A977F7}" type="pres">
      <dgm:prSet presAssocID="{827D88BC-94D8-4DEA-9E46-CDE09DB215D5}" presName="spaceRect" presStyleCnt="0"/>
      <dgm:spPr/>
    </dgm:pt>
    <dgm:pt modelId="{C8E83176-0986-4E79-B1FC-3F1D38FCE8F3}" type="pres">
      <dgm:prSet presAssocID="{827D88BC-94D8-4DEA-9E46-CDE09DB215D5}" presName="parTx" presStyleLbl="revTx" presStyleIdx="2" presStyleCnt="4">
        <dgm:presLayoutVars>
          <dgm:chMax val="0"/>
          <dgm:chPref val="0"/>
        </dgm:presLayoutVars>
      </dgm:prSet>
      <dgm:spPr/>
    </dgm:pt>
    <dgm:pt modelId="{4B7E7A40-FA21-425D-AFDB-82B0769FC426}" type="pres">
      <dgm:prSet presAssocID="{4ADD75B5-E640-43D4-BB9F-8BD20E3FE65C}" presName="sibTrans" presStyleCnt="0"/>
      <dgm:spPr/>
    </dgm:pt>
    <dgm:pt modelId="{B3D26FA1-BDBD-47DA-89A8-0B44B0B7B5A2}" type="pres">
      <dgm:prSet presAssocID="{28CA64EC-45D8-4345-8683-5AB631AB44DA}" presName="compNode" presStyleCnt="0"/>
      <dgm:spPr/>
    </dgm:pt>
    <dgm:pt modelId="{ACF29CD3-B97B-479D-BFE3-BD1E7022120D}" type="pres">
      <dgm:prSet presAssocID="{28CA64EC-45D8-4345-8683-5AB631AB44DA}" presName="bgRect" presStyleLbl="bgShp" presStyleIdx="3" presStyleCnt="4"/>
      <dgm:spPr/>
    </dgm:pt>
    <dgm:pt modelId="{7CE4E912-DEE2-41C3-9389-0194A8D5FE52}" type="pres">
      <dgm:prSet presAssocID="{28CA64EC-45D8-4345-8683-5AB631AB44D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D2ABB529-D99F-4487-83C0-2AF32FC0DF2E}" type="pres">
      <dgm:prSet presAssocID="{28CA64EC-45D8-4345-8683-5AB631AB44DA}" presName="spaceRect" presStyleCnt="0"/>
      <dgm:spPr/>
    </dgm:pt>
    <dgm:pt modelId="{5E694EF8-72E2-42B3-92C3-0014162E9CE5}" type="pres">
      <dgm:prSet presAssocID="{28CA64EC-45D8-4345-8683-5AB631AB44D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A572925-342C-442F-9E4F-A18DA54B4BC1}" type="presOf" srcId="{28CA64EC-45D8-4345-8683-5AB631AB44DA}" destId="{5E694EF8-72E2-42B3-92C3-0014162E9CE5}" srcOrd="0" destOrd="0" presId="urn:microsoft.com/office/officeart/2018/2/layout/IconVerticalSolidList"/>
    <dgm:cxn modelId="{AE7C0227-5804-4155-AFD7-3BAA744E467B}" type="presOf" srcId="{00FBE8AE-6EDF-47F4-A7FB-9537A8744356}" destId="{7E6BEA54-1B57-4DE6-B5B8-3216ADA52483}" srcOrd="0" destOrd="0" presId="urn:microsoft.com/office/officeart/2018/2/layout/IconVerticalSolidList"/>
    <dgm:cxn modelId="{4D7D649A-6A6D-45F2-A0EF-42C170F5D015}" type="presOf" srcId="{827D88BC-94D8-4DEA-9E46-CDE09DB215D5}" destId="{C8E83176-0986-4E79-B1FC-3F1D38FCE8F3}" srcOrd="0" destOrd="0" presId="urn:microsoft.com/office/officeart/2018/2/layout/IconVerticalSolidList"/>
    <dgm:cxn modelId="{0AD12DAD-3EB6-4A12-A892-03B5521B8387}" type="presOf" srcId="{80EFDBE6-DE98-4B27-9FE6-0B52F2C578CA}" destId="{10DC8E7E-C4CB-4E91-A8A5-BE248C89F3E4}" srcOrd="0" destOrd="0" presId="urn:microsoft.com/office/officeart/2018/2/layout/IconVerticalSolidList"/>
    <dgm:cxn modelId="{67748AAE-7A69-4E56-A7E8-470C95C0DCEA}" srcId="{80EFDBE6-DE98-4B27-9FE6-0B52F2C578CA}" destId="{827D88BC-94D8-4DEA-9E46-CDE09DB215D5}" srcOrd="2" destOrd="0" parTransId="{0EC30B49-DF83-4B59-87DE-D9D06726465B}" sibTransId="{4ADD75B5-E640-43D4-BB9F-8BD20E3FE65C}"/>
    <dgm:cxn modelId="{79B33AD1-315B-433B-AFB3-3E2723E573FC}" type="presOf" srcId="{8A3311FE-2EB8-46EC-AADF-92EDF2F77A06}" destId="{0E03AA8B-2034-4E80-AAE9-CED30FD25082}" srcOrd="0" destOrd="0" presId="urn:microsoft.com/office/officeart/2018/2/layout/IconVerticalSolidList"/>
    <dgm:cxn modelId="{09FD13E8-6B83-477E-AE0B-241B39C9A175}" srcId="{80EFDBE6-DE98-4B27-9FE6-0B52F2C578CA}" destId="{8A3311FE-2EB8-46EC-AADF-92EDF2F77A06}" srcOrd="1" destOrd="0" parTransId="{3FA7F54B-D35E-43E6-9594-01C494551E48}" sibTransId="{E73EBFB5-7B5F-4414-B9B7-E19D82028801}"/>
    <dgm:cxn modelId="{E2A0E8E8-E187-45E0-888B-22271DAD8474}" srcId="{80EFDBE6-DE98-4B27-9FE6-0B52F2C578CA}" destId="{00FBE8AE-6EDF-47F4-A7FB-9537A8744356}" srcOrd="0" destOrd="0" parTransId="{3BD9299C-8300-477D-9377-51F76440CB51}" sibTransId="{9C5C32C2-31C7-4E40-BBBD-85A2FD8BF354}"/>
    <dgm:cxn modelId="{7BACB3FF-B2E0-4519-949D-B8BF3859745C}" srcId="{80EFDBE6-DE98-4B27-9FE6-0B52F2C578CA}" destId="{28CA64EC-45D8-4345-8683-5AB631AB44DA}" srcOrd="3" destOrd="0" parTransId="{61914624-E631-413A-9DF2-1BB3B44B97E3}" sibTransId="{22FA22BB-7B85-4F8D-9F95-33FEA70F471D}"/>
    <dgm:cxn modelId="{2F7E2BBF-CB23-4B41-957F-AAD4F779FFCE}" type="presParOf" srcId="{10DC8E7E-C4CB-4E91-A8A5-BE248C89F3E4}" destId="{F46620E9-3F2F-4315-8D0D-DFF2EDE02C5D}" srcOrd="0" destOrd="0" presId="urn:microsoft.com/office/officeart/2018/2/layout/IconVerticalSolidList"/>
    <dgm:cxn modelId="{B1DF8A60-DEA6-44CD-B8D2-0BB4F71417AF}" type="presParOf" srcId="{F46620E9-3F2F-4315-8D0D-DFF2EDE02C5D}" destId="{CD5766DF-2B52-4320-9318-FC9861292780}" srcOrd="0" destOrd="0" presId="urn:microsoft.com/office/officeart/2018/2/layout/IconVerticalSolidList"/>
    <dgm:cxn modelId="{B23517F7-FE4E-471D-B9AB-3057539E69EE}" type="presParOf" srcId="{F46620E9-3F2F-4315-8D0D-DFF2EDE02C5D}" destId="{82A377A6-09DD-45C4-9E45-E7130979F1D7}" srcOrd="1" destOrd="0" presId="urn:microsoft.com/office/officeart/2018/2/layout/IconVerticalSolidList"/>
    <dgm:cxn modelId="{544A6EA8-EC7D-40C5-95DD-CB33E4C05DBC}" type="presParOf" srcId="{F46620E9-3F2F-4315-8D0D-DFF2EDE02C5D}" destId="{B7F3E6E3-4B11-46DA-8DCD-B689AD7D6492}" srcOrd="2" destOrd="0" presId="urn:microsoft.com/office/officeart/2018/2/layout/IconVerticalSolidList"/>
    <dgm:cxn modelId="{9D2B8078-7965-478E-AA04-E29FA9673CFC}" type="presParOf" srcId="{F46620E9-3F2F-4315-8D0D-DFF2EDE02C5D}" destId="{7E6BEA54-1B57-4DE6-B5B8-3216ADA52483}" srcOrd="3" destOrd="0" presId="urn:microsoft.com/office/officeart/2018/2/layout/IconVerticalSolidList"/>
    <dgm:cxn modelId="{66DC17C4-34AD-4BD5-8184-DD101C277713}" type="presParOf" srcId="{10DC8E7E-C4CB-4E91-A8A5-BE248C89F3E4}" destId="{D7FFD47E-90BF-4903-9D85-DBC884EC1DFA}" srcOrd="1" destOrd="0" presId="urn:microsoft.com/office/officeart/2018/2/layout/IconVerticalSolidList"/>
    <dgm:cxn modelId="{E1821B08-4C2F-43EE-A6F0-82F85575E530}" type="presParOf" srcId="{10DC8E7E-C4CB-4E91-A8A5-BE248C89F3E4}" destId="{9E2039FC-6845-415D-8CD1-DD72E1E59AD8}" srcOrd="2" destOrd="0" presId="urn:microsoft.com/office/officeart/2018/2/layout/IconVerticalSolidList"/>
    <dgm:cxn modelId="{10035674-9ABA-49A1-B588-06AA50881D06}" type="presParOf" srcId="{9E2039FC-6845-415D-8CD1-DD72E1E59AD8}" destId="{0ADBBE49-D73D-411A-8E4F-998DEAB946B5}" srcOrd="0" destOrd="0" presId="urn:microsoft.com/office/officeart/2018/2/layout/IconVerticalSolidList"/>
    <dgm:cxn modelId="{37E818DA-6FDF-483D-B7A5-3A927F5FAABA}" type="presParOf" srcId="{9E2039FC-6845-415D-8CD1-DD72E1E59AD8}" destId="{E6FA5346-CF65-4508-86A4-65A3B822A79A}" srcOrd="1" destOrd="0" presId="urn:microsoft.com/office/officeart/2018/2/layout/IconVerticalSolidList"/>
    <dgm:cxn modelId="{6C0FF15E-8B14-48E1-B688-DA9E66F12FC2}" type="presParOf" srcId="{9E2039FC-6845-415D-8CD1-DD72E1E59AD8}" destId="{722AE371-B76C-4BA2-80E2-096497F8842E}" srcOrd="2" destOrd="0" presId="urn:microsoft.com/office/officeart/2018/2/layout/IconVerticalSolidList"/>
    <dgm:cxn modelId="{0AB29B3C-B35E-483D-A42F-BBB1921EC448}" type="presParOf" srcId="{9E2039FC-6845-415D-8CD1-DD72E1E59AD8}" destId="{0E03AA8B-2034-4E80-AAE9-CED30FD25082}" srcOrd="3" destOrd="0" presId="urn:microsoft.com/office/officeart/2018/2/layout/IconVerticalSolidList"/>
    <dgm:cxn modelId="{EF27DC08-7262-465D-93F6-A14E3A54B01A}" type="presParOf" srcId="{10DC8E7E-C4CB-4E91-A8A5-BE248C89F3E4}" destId="{BC9AF9DA-8F3B-487C-B892-53DA5052D86A}" srcOrd="3" destOrd="0" presId="urn:microsoft.com/office/officeart/2018/2/layout/IconVerticalSolidList"/>
    <dgm:cxn modelId="{0F50F53F-7C66-441D-B8DE-C969E1F8C0B0}" type="presParOf" srcId="{10DC8E7E-C4CB-4E91-A8A5-BE248C89F3E4}" destId="{2D1A7E82-6525-435A-A603-E0727FD3B5C5}" srcOrd="4" destOrd="0" presId="urn:microsoft.com/office/officeart/2018/2/layout/IconVerticalSolidList"/>
    <dgm:cxn modelId="{B6446435-DFAD-4DB0-9268-7CAA0F53FB69}" type="presParOf" srcId="{2D1A7E82-6525-435A-A603-E0727FD3B5C5}" destId="{2D29D3B5-5D7D-4D86-AF13-C00C478E2BFB}" srcOrd="0" destOrd="0" presId="urn:microsoft.com/office/officeart/2018/2/layout/IconVerticalSolidList"/>
    <dgm:cxn modelId="{2D529DF7-BB39-48C3-93D7-35393CE03C9D}" type="presParOf" srcId="{2D1A7E82-6525-435A-A603-E0727FD3B5C5}" destId="{A525EDC6-9A8B-42F2-8886-AA358FEB80F4}" srcOrd="1" destOrd="0" presId="urn:microsoft.com/office/officeart/2018/2/layout/IconVerticalSolidList"/>
    <dgm:cxn modelId="{18084817-439B-4D5D-935B-95DCD3B4B10D}" type="presParOf" srcId="{2D1A7E82-6525-435A-A603-E0727FD3B5C5}" destId="{EE23ED38-8084-40FA-BF17-875534A977F7}" srcOrd="2" destOrd="0" presId="urn:microsoft.com/office/officeart/2018/2/layout/IconVerticalSolidList"/>
    <dgm:cxn modelId="{15804729-E6A3-4F4C-AA2B-AE7DB1F201A3}" type="presParOf" srcId="{2D1A7E82-6525-435A-A603-E0727FD3B5C5}" destId="{C8E83176-0986-4E79-B1FC-3F1D38FCE8F3}" srcOrd="3" destOrd="0" presId="urn:microsoft.com/office/officeart/2018/2/layout/IconVerticalSolidList"/>
    <dgm:cxn modelId="{05E1E54D-4428-451F-8FEE-297EC1259D28}" type="presParOf" srcId="{10DC8E7E-C4CB-4E91-A8A5-BE248C89F3E4}" destId="{4B7E7A40-FA21-425D-AFDB-82B0769FC426}" srcOrd="5" destOrd="0" presId="urn:microsoft.com/office/officeart/2018/2/layout/IconVerticalSolidList"/>
    <dgm:cxn modelId="{1297162E-B6FF-4FC4-8D37-1088B3F2978B}" type="presParOf" srcId="{10DC8E7E-C4CB-4E91-A8A5-BE248C89F3E4}" destId="{B3D26FA1-BDBD-47DA-89A8-0B44B0B7B5A2}" srcOrd="6" destOrd="0" presId="urn:microsoft.com/office/officeart/2018/2/layout/IconVerticalSolidList"/>
    <dgm:cxn modelId="{876DBE8F-AC19-41BC-9BA2-0C5D73FD83F3}" type="presParOf" srcId="{B3D26FA1-BDBD-47DA-89A8-0B44B0B7B5A2}" destId="{ACF29CD3-B97B-479D-BFE3-BD1E7022120D}" srcOrd="0" destOrd="0" presId="urn:microsoft.com/office/officeart/2018/2/layout/IconVerticalSolidList"/>
    <dgm:cxn modelId="{8F123C20-260E-4A74-B1F4-B873BB49C638}" type="presParOf" srcId="{B3D26FA1-BDBD-47DA-89A8-0B44B0B7B5A2}" destId="{7CE4E912-DEE2-41C3-9389-0194A8D5FE52}" srcOrd="1" destOrd="0" presId="urn:microsoft.com/office/officeart/2018/2/layout/IconVerticalSolidList"/>
    <dgm:cxn modelId="{40E9FF8D-2C04-46A9-9E9C-C1B74CE9E73D}" type="presParOf" srcId="{B3D26FA1-BDBD-47DA-89A8-0B44B0B7B5A2}" destId="{D2ABB529-D99F-4487-83C0-2AF32FC0DF2E}" srcOrd="2" destOrd="0" presId="urn:microsoft.com/office/officeart/2018/2/layout/IconVerticalSolidList"/>
    <dgm:cxn modelId="{56B4C616-73F5-4A86-8832-E2AE2C319ABF}" type="presParOf" srcId="{B3D26FA1-BDBD-47DA-89A8-0B44B0B7B5A2}" destId="{5E694EF8-72E2-42B3-92C3-0014162E9C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719B0-BD6A-433D-AC12-7DA908CC998B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531C07-E68E-4CF8-9C14-ADE8380177B5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370A2-0289-4742-9869-61716C0A4073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Data Integrity Risks:</a:t>
          </a:r>
          <a:r>
            <a:rPr lang="en-US" sz="1900" kern="1200"/>
            <a:t> Accidental deletion of rows or formulas while typing.</a:t>
          </a:r>
        </a:p>
      </dsp:txBody>
      <dsp:txXfrm>
        <a:off x="1074268" y="4366"/>
        <a:ext cx="5170996" cy="930102"/>
      </dsp:txXfrm>
    </dsp:sp>
    <dsp:sp modelId="{2F2861AD-0AF6-418F-86E6-4267E1915072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EB5A1-53CD-4AEB-BEDC-58E2F6EA091E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6C001-798F-468E-8F2D-66C331CBB681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Performance Lag:</a:t>
          </a:r>
          <a:r>
            <a:rPr lang="en-US" sz="1900" kern="1200"/>
            <a:t> Excel slows down with large datasets (50k+ rows).</a:t>
          </a:r>
        </a:p>
      </dsp:txBody>
      <dsp:txXfrm>
        <a:off x="1074268" y="1166994"/>
        <a:ext cx="5170996" cy="930102"/>
      </dsp:txXfrm>
    </dsp:sp>
    <dsp:sp modelId="{A02E4663-2FFD-427C-B158-DE4009A63F2B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A22918-D3F0-4990-8125-D3DB8D55A61C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1C685-FB91-4AB5-A6AA-2F9C49028BE2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Complex Filtering:</a:t>
          </a:r>
          <a:r>
            <a:rPr lang="en-US" sz="1900" kern="1200"/>
            <a:t> Difficult to filter by specific date ranges or values (e.g., Value &gt; 5000).</a:t>
          </a:r>
        </a:p>
      </dsp:txBody>
      <dsp:txXfrm>
        <a:off x="1074268" y="2329622"/>
        <a:ext cx="5170996" cy="930102"/>
      </dsp:txXfrm>
    </dsp:sp>
    <dsp:sp modelId="{275ABA11-4398-45B0-A3BD-A25849453A7E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70607B-678B-42F0-AA56-6CFEABEBE5AC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CE47F-186A-4D20-9CF6-A7E881FDF668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Lack of Reporting:</a:t>
          </a:r>
          <a:r>
            <a:rPr lang="en-US" sz="1900" kern="1200"/>
            <a:t> No instant way to generate professional PDF reports.</a:t>
          </a:r>
        </a:p>
      </dsp:txBody>
      <dsp:txXfrm>
        <a:off x="1074268" y="3492250"/>
        <a:ext cx="5170996" cy="930102"/>
      </dsp:txXfrm>
    </dsp:sp>
    <dsp:sp modelId="{033CD290-002F-41EB-BC09-5B0E38C0F9F0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B1E243-D5D9-41BA-8C79-F1CC24CDC743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47D1C-A7A3-4375-A03F-6FCE2F92BAC9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Time Consuming:</a:t>
          </a:r>
          <a:r>
            <a:rPr lang="en-US" sz="1900" kern="1200"/>
            <a:t> Manual data entry takes too much time.</a:t>
          </a:r>
        </a:p>
      </dsp:txBody>
      <dsp:txXfrm>
        <a:off x="1074268" y="4654878"/>
        <a:ext cx="5170996" cy="9301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CC1235-E661-42A5-90B1-0232FB54DF40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95B21-AFB3-4D26-99DF-F0B94EBB5B1B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27A811-EDEF-458F-A71C-8669C68FDC6E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Dynamic UserForm:</a:t>
          </a:r>
          <a:r>
            <a:rPr lang="en-US" sz="1900" kern="1200"/>
            <a:t> Automatically generates inputs based on column headers.</a:t>
          </a:r>
        </a:p>
      </dsp:txBody>
      <dsp:txXfrm>
        <a:off x="1357965" y="2319"/>
        <a:ext cx="4887299" cy="1175727"/>
      </dsp:txXfrm>
    </dsp:sp>
    <dsp:sp modelId="{9F764CA0-0AF8-4CAA-A410-18B3802885DD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B91E0C-942C-4B67-86C6-D37C387E9953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284CDC-F527-423A-B8D4-8460E77CCAA1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CRUD Operations:</a:t>
          </a:r>
          <a:r>
            <a:rPr lang="en-US" sz="1900" kern="1200"/>
            <a:t> Seamlessly Add, Update, and Delete records safely.</a:t>
          </a:r>
        </a:p>
      </dsp:txBody>
      <dsp:txXfrm>
        <a:off x="1357965" y="1471979"/>
        <a:ext cx="4887299" cy="1175727"/>
      </dsp:txXfrm>
    </dsp:sp>
    <dsp:sp modelId="{ADD37F01-8253-4C02-875F-FDB542464609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0248F7-4D13-4964-BC00-E78D88F4786C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A14492-C5D0-4EFC-9E0B-39593934ABF3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Structure Validation:</a:t>
          </a:r>
          <a:r>
            <a:rPr lang="en-US" sz="1900" kern="1200"/>
            <a:t> Automatically checks for merged cells to prevent errors.</a:t>
          </a:r>
        </a:p>
      </dsp:txBody>
      <dsp:txXfrm>
        <a:off x="1357965" y="2941639"/>
        <a:ext cx="4887299" cy="1175727"/>
      </dsp:txXfrm>
    </dsp:sp>
    <dsp:sp modelId="{085219F2-F22D-473F-885D-BD52BF7954A2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067781-4E82-45AC-90E3-3E17724A40B5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245E1E-0DD4-42CE-9089-9C791FFE8EC2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Theme Support:</a:t>
          </a:r>
          <a:r>
            <a:rPr lang="en-US" sz="1900" kern="1200"/>
            <a:t> Built-in Light Mode and Dark Mode for better UX.</a:t>
          </a:r>
        </a:p>
      </dsp:txBody>
      <dsp:txXfrm>
        <a:off x="1357965" y="4411299"/>
        <a:ext cx="4887299" cy="1175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772B67-C3AE-4BB9-9CE1-04E6FDCD92BB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0DBB6D-9131-493A-B201-C2716EF7FB7C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CDA49-7DDF-4AE7-9C3F-3D7B84367F26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RAM-Based Handling:</a:t>
          </a:r>
          <a:r>
            <a:rPr lang="en-US" sz="1900" kern="1200"/>
            <a:t> Loads entire data into memory arrays instead of reading cells one by one.</a:t>
          </a:r>
        </a:p>
      </dsp:txBody>
      <dsp:txXfrm>
        <a:off x="1357965" y="2319"/>
        <a:ext cx="4887299" cy="1175727"/>
      </dsp:txXfrm>
    </dsp:sp>
    <dsp:sp modelId="{4F159EC5-CEFF-4E7E-A697-F6FECD2E8D73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F2B226-03A8-4934-9AA0-9D8813E7A0E7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73C7A7-023A-47E2-A2BA-F288ADAD8716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10x Faster:</a:t>
          </a:r>
          <a:r>
            <a:rPr lang="en-US" sz="1900" kern="1200"/>
            <a:t> Instant sorting and filtering, even with 1 Lakh+ rows.</a:t>
          </a:r>
        </a:p>
      </dsp:txBody>
      <dsp:txXfrm>
        <a:off x="1357965" y="1471979"/>
        <a:ext cx="4887299" cy="1175727"/>
      </dsp:txXfrm>
    </dsp:sp>
    <dsp:sp modelId="{F8092E9D-2FCF-4CC1-B7DF-8687F9635D72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2223A-54D3-4B84-937A-9276E8EB5D57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6F68C-4EC4-4062-8971-25DCC2880040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No Screen Flickering:</a:t>
          </a:r>
          <a:r>
            <a:rPr lang="en-US" sz="1900" kern="1200"/>
            <a:t> Disables screen updating for smooth operation.</a:t>
          </a:r>
        </a:p>
      </dsp:txBody>
      <dsp:txXfrm>
        <a:off x="1357965" y="2941639"/>
        <a:ext cx="4887299" cy="1175727"/>
      </dsp:txXfrm>
    </dsp:sp>
    <dsp:sp modelId="{7781A36A-B3FE-4829-86BE-0E926047990A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5B63C-9130-44ED-A73E-1CDBC27925BB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7F4BA-DEDE-40F3-BA4D-08357FD060A6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Efficient Sorting:</a:t>
          </a:r>
          <a:r>
            <a:rPr lang="en-US" sz="1900" kern="1200"/>
            <a:t> Uses QuickSort algorithm for lightning-fast data ordering.</a:t>
          </a:r>
        </a:p>
      </dsp:txBody>
      <dsp:txXfrm>
        <a:off x="1357965" y="4411299"/>
        <a:ext cx="4887299" cy="11757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876DF6-F188-4975-9750-02E8AA862481}">
      <dsp:nvSpPr>
        <dsp:cNvPr id="0" name=""/>
        <dsp:cNvSpPr/>
      </dsp:nvSpPr>
      <dsp:spPr>
        <a:xfrm>
          <a:off x="0" y="362153"/>
          <a:ext cx="6245265" cy="11536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Global Search: </a:t>
          </a:r>
          <a:r>
            <a:rPr lang="en-US" sz="2900" kern="1200"/>
            <a:t>"Google-like" search bar that scans all columns instantly.</a:t>
          </a:r>
        </a:p>
      </dsp:txBody>
      <dsp:txXfrm>
        <a:off x="56315" y="418468"/>
        <a:ext cx="6132635" cy="1040990"/>
      </dsp:txXfrm>
    </dsp:sp>
    <dsp:sp modelId="{465B312D-BC8E-4492-902D-2B2475E8E29F}">
      <dsp:nvSpPr>
        <dsp:cNvPr id="0" name=""/>
        <dsp:cNvSpPr/>
      </dsp:nvSpPr>
      <dsp:spPr>
        <a:xfrm>
          <a:off x="0" y="1599293"/>
          <a:ext cx="6245265" cy="115362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Date Intelligence: </a:t>
          </a:r>
          <a:r>
            <a:rPr lang="en-US" sz="2900" kern="1200"/>
            <a:t>Dedicated 'From' and 'To' date range filtering.</a:t>
          </a:r>
        </a:p>
      </dsp:txBody>
      <dsp:txXfrm>
        <a:off x="56315" y="1655608"/>
        <a:ext cx="6132635" cy="1040990"/>
      </dsp:txXfrm>
    </dsp:sp>
    <dsp:sp modelId="{9C9F99F2-0DA1-4D11-A03C-C6AE59C5D9E6}">
      <dsp:nvSpPr>
        <dsp:cNvPr id="0" name=""/>
        <dsp:cNvSpPr/>
      </dsp:nvSpPr>
      <dsp:spPr>
        <a:xfrm>
          <a:off x="0" y="2836433"/>
          <a:ext cx="6245265" cy="115362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Logic Filters: Filter numeric data using conditions (&gt;, &lt;, =, &lt;&gt;, &gt;=, &lt;=).</a:t>
          </a:r>
        </a:p>
      </dsp:txBody>
      <dsp:txXfrm>
        <a:off x="56315" y="2892748"/>
        <a:ext cx="6132635" cy="1040990"/>
      </dsp:txXfrm>
    </dsp:sp>
    <dsp:sp modelId="{3BEAC1E8-1CC3-40B2-AB29-F97AA43B99A5}">
      <dsp:nvSpPr>
        <dsp:cNvPr id="0" name=""/>
        <dsp:cNvSpPr/>
      </dsp:nvSpPr>
      <dsp:spPr>
        <a:xfrm>
          <a:off x="0" y="4073573"/>
          <a:ext cx="6245265" cy="11536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Column Specific: </a:t>
          </a:r>
          <a:r>
            <a:rPr lang="en-US" sz="2900" kern="1200"/>
            <a:t>Dropdown-based filtering for specific categories.</a:t>
          </a:r>
        </a:p>
      </dsp:txBody>
      <dsp:txXfrm>
        <a:off x="56315" y="4129888"/>
        <a:ext cx="6132635" cy="10409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9AB5DF-75C1-46E9-B820-C6F1234616DE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294A8A-5F29-4670-9D47-597E91E6FCE2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AED8BC-643C-4163-80B3-4CE3354E3E29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Top/Bottom Analysis:</a:t>
          </a:r>
          <a:r>
            <a:rPr lang="en-US" sz="1900" kern="1200"/>
            <a:t> Instantly identify Top 10 performers or Bottom 5 results.</a:t>
          </a:r>
        </a:p>
      </dsp:txBody>
      <dsp:txXfrm>
        <a:off x="1357965" y="2319"/>
        <a:ext cx="4887299" cy="1175727"/>
      </dsp:txXfrm>
    </dsp:sp>
    <dsp:sp modelId="{D951017E-4C37-487D-99B3-6A11F363D679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873F5F-234F-42CC-8B79-311F1A57D3D0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5A530B-9F3E-4A73-9360-52060D5FD4D3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Aggregation Mode:</a:t>
          </a:r>
          <a:r>
            <a:rPr lang="en-US" sz="1900" kern="1200"/>
            <a:t> Calculate Sum, Average, Count, Max, and Min without Pivot Tables.</a:t>
          </a:r>
        </a:p>
      </dsp:txBody>
      <dsp:txXfrm>
        <a:off x="1357965" y="1471979"/>
        <a:ext cx="4887299" cy="1175727"/>
      </dsp:txXfrm>
    </dsp:sp>
    <dsp:sp modelId="{F2CB5303-E91B-4CE6-955F-39E511C2D0F2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295925-6264-4436-9D04-08DF3C300E9B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4148F-319E-4076-959D-92A460A8CC33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Grouping:</a:t>
          </a:r>
          <a:r>
            <a:rPr lang="en-US" sz="1900" kern="1200"/>
            <a:t> Group data by category and see aggregated results in real-time.</a:t>
          </a:r>
        </a:p>
      </dsp:txBody>
      <dsp:txXfrm>
        <a:off x="1357965" y="2941639"/>
        <a:ext cx="4887299" cy="1175727"/>
      </dsp:txXfrm>
    </dsp:sp>
    <dsp:sp modelId="{7235F26B-6EF3-4BAB-9E70-8A7A5C7A80C1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E10A85-2E11-4ED8-AB24-B3B516610344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A4425-870D-4109-8AE2-C5C5A09A4801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Preview Window:</a:t>
          </a:r>
          <a:r>
            <a:rPr lang="en-US" sz="1900" kern="1200"/>
            <a:t> Immediate visualization of analyzed data before exporting.</a:t>
          </a:r>
        </a:p>
      </dsp:txBody>
      <dsp:txXfrm>
        <a:off x="1357965" y="4411299"/>
        <a:ext cx="4887299" cy="117572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2D6BD-70CE-44EE-BC68-1A4769F8C49A}">
      <dsp:nvSpPr>
        <dsp:cNvPr id="0" name=""/>
        <dsp:cNvSpPr/>
      </dsp:nvSpPr>
      <dsp:spPr>
        <a:xfrm>
          <a:off x="0" y="0"/>
          <a:ext cx="624526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49B30-5589-4EA6-8D9E-DD4A5858555D}">
      <dsp:nvSpPr>
        <dsp:cNvPr id="0" name=""/>
        <dsp:cNvSpPr/>
      </dsp:nvSpPr>
      <dsp:spPr>
        <a:xfrm>
          <a:off x="0" y="0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One-Click PDF:</a:t>
          </a:r>
          <a:r>
            <a:rPr lang="en-US" sz="2800" kern="1200"/>
            <a:t> Generates formatted PDF reports with headers and borders.</a:t>
          </a:r>
        </a:p>
      </dsp:txBody>
      <dsp:txXfrm>
        <a:off x="0" y="0"/>
        <a:ext cx="6245265" cy="1397336"/>
      </dsp:txXfrm>
    </dsp:sp>
    <dsp:sp modelId="{E995AFDD-8EF1-44F9-8FD0-41F9365B3EED}">
      <dsp:nvSpPr>
        <dsp:cNvPr id="0" name=""/>
        <dsp:cNvSpPr/>
      </dsp:nvSpPr>
      <dsp:spPr>
        <a:xfrm>
          <a:off x="0" y="1397336"/>
          <a:ext cx="624526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C3F7D-5950-4C70-A9C8-2C2A63AFDBFB}">
      <dsp:nvSpPr>
        <dsp:cNvPr id="0" name=""/>
        <dsp:cNvSpPr/>
      </dsp:nvSpPr>
      <dsp:spPr>
        <a:xfrm>
          <a:off x="0" y="1397336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Professional Styling:</a:t>
          </a:r>
          <a:r>
            <a:rPr lang="en-US" sz="2800" kern="1200"/>
            <a:t> Auto-applies zebra striping and column fitting in reports.</a:t>
          </a:r>
        </a:p>
      </dsp:txBody>
      <dsp:txXfrm>
        <a:off x="0" y="1397336"/>
        <a:ext cx="6245265" cy="1397336"/>
      </dsp:txXfrm>
    </dsp:sp>
    <dsp:sp modelId="{121E6CCE-F648-4F5C-80E1-3BACD9F64813}">
      <dsp:nvSpPr>
        <dsp:cNvPr id="0" name=""/>
        <dsp:cNvSpPr/>
      </dsp:nvSpPr>
      <dsp:spPr>
        <a:xfrm>
          <a:off x="0" y="2794673"/>
          <a:ext cx="624526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6F489D-F101-46D6-BEEA-55DECCB96710}">
      <dsp:nvSpPr>
        <dsp:cNvPr id="0" name=""/>
        <dsp:cNvSpPr/>
      </dsp:nvSpPr>
      <dsp:spPr>
        <a:xfrm>
          <a:off x="0" y="2794673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Excel Export:</a:t>
          </a:r>
          <a:r>
            <a:rPr lang="en-US" sz="2800" kern="1200"/>
            <a:t> Extracts filtered data to a new workbook instantly.</a:t>
          </a:r>
        </a:p>
      </dsp:txBody>
      <dsp:txXfrm>
        <a:off x="0" y="2794673"/>
        <a:ext cx="6245265" cy="1397336"/>
      </dsp:txXfrm>
    </dsp:sp>
    <dsp:sp modelId="{B7865E11-449B-4F7C-ACA8-0FD12A716859}">
      <dsp:nvSpPr>
        <dsp:cNvPr id="0" name=""/>
        <dsp:cNvSpPr/>
      </dsp:nvSpPr>
      <dsp:spPr>
        <a:xfrm>
          <a:off x="0" y="4192010"/>
          <a:ext cx="624526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7753AC-D37B-4748-9A46-A04210E50862}">
      <dsp:nvSpPr>
        <dsp:cNvPr id="0" name=""/>
        <dsp:cNvSpPr/>
      </dsp:nvSpPr>
      <dsp:spPr>
        <a:xfrm>
          <a:off x="0" y="4192010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Insert to Sheet:</a:t>
          </a:r>
          <a:r>
            <a:rPr lang="en-US" sz="2800" kern="1200"/>
            <a:t> Flexibility to insert preview data into any specific cell.</a:t>
          </a:r>
        </a:p>
      </dsp:txBody>
      <dsp:txXfrm>
        <a:off x="0" y="4192010"/>
        <a:ext cx="6245265" cy="13973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766DF-2B52-4320-9318-FC9861292780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A377A6-09DD-45C4-9E45-E7130979F1D7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BEA54-1B57-4DE6-B5B8-3216ADA52483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Efficiency:</a:t>
          </a:r>
          <a:r>
            <a:rPr lang="en-US" sz="2200" kern="1200"/>
            <a:t> Reduces data entry time by 50%.</a:t>
          </a:r>
        </a:p>
      </dsp:txBody>
      <dsp:txXfrm>
        <a:off x="1357965" y="2319"/>
        <a:ext cx="4887299" cy="1175727"/>
      </dsp:txXfrm>
    </dsp:sp>
    <dsp:sp modelId="{0ADBBE49-D73D-411A-8E4F-998DEAB946B5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FA5346-CF65-4508-86A4-65A3B822A79A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03AA8B-2034-4E80-AAE9-CED30FD25082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Accuracy:</a:t>
          </a:r>
          <a:r>
            <a:rPr lang="en-US" sz="2200" kern="1200"/>
            <a:t> Eliminates manual errors through validation logic.</a:t>
          </a:r>
        </a:p>
      </dsp:txBody>
      <dsp:txXfrm>
        <a:off x="1357965" y="1471979"/>
        <a:ext cx="4887299" cy="1175727"/>
      </dsp:txXfrm>
    </dsp:sp>
    <dsp:sp modelId="{2D29D3B5-5D7D-4D86-AF13-C00C478E2BFB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25EDC6-9A8B-42F2-8886-AA358FEB80F4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E83176-0986-4E79-B1FC-3F1D38FCE8F3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Insightful:</a:t>
          </a:r>
          <a:r>
            <a:rPr lang="en-US" sz="2200" kern="1200"/>
            <a:t> Provides instant business intelligence and analysis.</a:t>
          </a:r>
        </a:p>
      </dsp:txBody>
      <dsp:txXfrm>
        <a:off x="1357965" y="2941639"/>
        <a:ext cx="4887299" cy="1175727"/>
      </dsp:txXfrm>
    </dsp:sp>
    <dsp:sp modelId="{ACF29CD3-B97B-479D-BFE3-BD1E7022120D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E4E912-DEE2-41C3-9389-0194A8D5FE52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94EF8-72E2-42B3-92C3-0014162E9CE5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Professional:</a:t>
          </a:r>
          <a:r>
            <a:rPr lang="en-US" sz="2200" kern="1200"/>
            <a:t> Delivers high-quality reports with a single click.</a:t>
          </a:r>
        </a:p>
      </dsp:txBody>
      <dsp:txXfrm>
        <a:off x="1357965" y="4411299"/>
        <a:ext cx="4887299" cy="117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9873-6A2C-D87A-4177-7093544CC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19F6DC-C683-9F39-0F8C-D0A98179C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19027-D5D6-7258-5166-16FC40927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40AE-A379-E402-2D69-76C746DDD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E5086-9A5D-4731-D497-A4483813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4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BD45F-BFC1-6537-E8A1-3DDE3140C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90C3E-BCDE-26F1-FC33-A10253200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60B8A-753B-0615-87D0-A30968E7C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80B35-B5F1-C557-7BA8-703BF9DAC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BFB7C-8BD0-9E06-31AF-880189A1D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34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1A76-B45E-C4B7-C1F9-56DA95D2A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D6661-2C38-2CF7-2C3D-1237DF6EB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34AF8-5C43-8D33-A2BE-3E090B8F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33E55-77C9-7AC7-3247-66549357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C9551-CD6D-7906-23EA-FB9FDD9FB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55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A144B-4F1C-4846-C205-F75E9A3EC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EE58E-65DA-38C6-290D-2D9E079A9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B474E-C0A3-EF25-17C4-0D0454451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6B32B-D8B7-C2C9-9DCA-1A657FEF7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F0FD0-999A-F70A-A9DC-96A29E19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849F-7A67-A326-A88B-0F9701E7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474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7518-CBB5-DA1E-5EE8-5D779EDB3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2F3EF-5DEC-E8BD-4F39-1201E97C3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836AE-CF38-79DD-5DAF-4ED3C1834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60F399-8BA0-AA71-CF6F-9B29AB178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890E9A-3192-A44C-B5BB-AA243B081B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28938C-9DA8-3D3F-2B50-87517C436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ACE328-7188-674B-BB64-2201957E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65A3DC-9330-88A1-E096-B50CAB49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FBEB3-7945-D127-EE40-EFC576B9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152CB-B05A-A3E7-A7F8-80E690834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A0D1D8-830A-5032-AD8D-387724EA2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7DEA6-23C7-0B46-2FB6-CE14DAB8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3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A45BA-7319-EC45-8DE8-31192484F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1299E2-B570-AEB8-2F5A-E4F54A1B2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21D47-2D34-3635-5B03-4A722807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424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3D2F5-A9D1-7BDD-A607-732FBBC8D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76364-C457-ECB4-EFFF-9AF14CFD7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63C23-CF23-FD0F-D2DB-350C85361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68FC8-5671-864A-1224-B6DBCA866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50092-02B1-D7C3-CF91-AF0B36661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66EA6-C02C-CBA1-F7F7-75BA8CCF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84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D45C-D49F-DF61-9CEB-B778EB98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33F4D-8C27-F2E7-B5EA-2BFD40D6A8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79540-035E-7C68-29DD-0B8E49843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CCF56-EF3D-5402-5263-EB2CABA04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C015D-D9F7-89AE-A2D2-A9D8E428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D81DA-1066-60E8-9AED-F3BF341E0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82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F219-681F-77BF-F25D-572486ADE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3432A-0B2B-BBC4-9F81-339475B7B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AC0F3-247D-5624-2B42-FA4E9F2B1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5372F-C6C4-58F7-BD5B-9348A47E7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E7C09-EB9A-9A98-6228-478E797BD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91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CF0B7-8DC4-C971-EB48-8CF7E9FE6E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10FF2-3465-EFCA-360D-BB635AAD9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3514E-8FC9-5579-6A40-D35A5D70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C6209-3438-237B-C207-B9E151395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0FBD8-355A-9E56-607F-A4FBB42E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1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B1A98-C522-6696-9FF4-FD25DD61B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5868E-94BD-3863-9199-A9FF24569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931D9-3C9C-4779-3FF5-3442C5816A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666D76-9526-4711-9DBE-6F40657B880C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D6E88-CCEE-7AA1-3C3E-B260AECEF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4EC0E-E47D-5F97-9F37-58D15BEF2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59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90293E-9967-0C14-9988-881486081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Smart Data Manager (SDM)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DD723-8012-2AA4-9528-5834D39EE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/>
              <a:t>High-Performance Data Entry, Analysis &amp; Reporting Tool</a:t>
            </a:r>
          </a:p>
        </p:txBody>
      </p:sp>
      <p:sp>
        <p:nvSpPr>
          <p:cNvPr id="74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2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F8327-6004-1836-976C-C63785C14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600"/>
              <a:t>Challenges in Traditional Excel Management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10D4CB-FE04-87F3-0EBE-86564E34C1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5378452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3573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E8736B-E4E2-FD46-44F2-2FCC34C9D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7400"/>
              <a:t>What is Smart Data Manager?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70E56F-877F-19CB-EF2D-3995CBBB61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4339716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3326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A4EB13-28C5-DBA2-794C-86DC5546D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600"/>
              <a:t>Optimized Performance (In-Memory Processing)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819C52-BC9F-7D80-1AD8-75895C4262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2854648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4322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4E4EC-FD80-E690-9D01-0CD77F86E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6800"/>
              <a:t> Advanced Search &amp; Filter Engine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F91EE6-B519-6E78-CC3B-D96FDA690D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758411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8423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063F05-400A-3AE5-F23F-F632CDE3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7400"/>
              <a:t>Smart Analytics &amp; Insights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756405-19DE-8584-9075-A2A636D08A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5518524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823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9313A5-ECA1-5DBA-AFF1-E432424A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600"/>
              <a:t>Professional Reporting &amp; Export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D9E5F7D-7C78-02D3-5D38-366FD0ED6B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468078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013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Blue and orange gradient with arrows">
            <a:extLst>
              <a:ext uri="{FF2B5EF4-FFF2-40B4-BE49-F238E27FC236}">
                <a16:creationId xmlns:a16="http://schemas.microsoft.com/office/drawing/2014/main" id="{62D3F661-C62E-F72D-F759-760173B95B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0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354309-11D8-AD0B-B21C-BAD8FF89F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Enhanced User Experience (UI/UX)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6FA11-4BC0-E8D5-18A4-31B0CFDF2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1700" b="1"/>
              <a:t>Dynamic Controls:</a:t>
            </a:r>
            <a:r>
              <a:rPr lang="en-US" sz="1700"/>
              <a:t> TextBoxes automatically convert to Dropdowns for small unique lists (&lt;20 items).</a:t>
            </a:r>
          </a:p>
          <a:p>
            <a:r>
              <a:rPr lang="en-US" sz="1700" b="1"/>
              <a:t>Dark Mode Toggle:</a:t>
            </a:r>
            <a:r>
              <a:rPr lang="en-US" sz="1700"/>
              <a:t> Switch between Light and Dark themes for visual comfort.</a:t>
            </a:r>
          </a:p>
          <a:p>
            <a:r>
              <a:rPr lang="en-US" sz="1700" b="1"/>
              <a:t>Smart Validation:</a:t>
            </a:r>
            <a:r>
              <a:rPr lang="en-US" sz="1700"/>
              <a:t> Alerts users about missing required fields before saving.</a:t>
            </a:r>
          </a:p>
          <a:p>
            <a:r>
              <a:rPr lang="en-US" sz="1700" b="1"/>
              <a:t>Responsive Design:</a:t>
            </a:r>
            <a:r>
              <a:rPr lang="en-US" sz="1700"/>
              <a:t> Preview list adjusts column widths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3680604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D9A28D-8165-1AC6-DF85-FDD8C59B0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6200"/>
              <a:t>Conclusion &amp; Benefits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C0B605-48A5-3A05-311F-E70C251EEE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324786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7288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12A5-9A66-4778-3F63-73CCC2233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6A9AC-FA58-9852-BFE2-CF4394424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Tech Point:</a:t>
            </a:r>
            <a:r>
              <a:rPr lang="en-US" dirty="0"/>
              <a:t> Slide 4 par </a:t>
            </a:r>
            <a:r>
              <a:rPr lang="en-US" dirty="0" err="1"/>
              <a:t>zor</a:t>
            </a:r>
            <a:r>
              <a:rPr lang="en-US" dirty="0"/>
              <a:t> </a:t>
            </a:r>
            <a:r>
              <a:rPr lang="en-US" dirty="0" err="1"/>
              <a:t>dena</a:t>
            </a:r>
            <a:r>
              <a:rPr lang="en-US" dirty="0"/>
              <a:t>. </a:t>
            </a:r>
            <a:r>
              <a:rPr lang="en-US" dirty="0" err="1"/>
              <a:t>Bolna</a:t>
            </a:r>
            <a:r>
              <a:rPr lang="en-US" dirty="0"/>
              <a:t> ki "</a:t>
            </a:r>
            <a:r>
              <a:rPr lang="en-US" dirty="0" err="1"/>
              <a:t>Humne</a:t>
            </a:r>
            <a:r>
              <a:rPr lang="en-US" dirty="0"/>
              <a:t> </a:t>
            </a:r>
            <a:r>
              <a:rPr lang="en-US" dirty="0" err="1"/>
              <a:t>arrGlobalData</a:t>
            </a:r>
            <a:r>
              <a:rPr lang="en-US" dirty="0"/>
              <a:t> variable use </a:t>
            </a:r>
            <a:r>
              <a:rPr lang="en-US" dirty="0" err="1"/>
              <a:t>kiya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jo data ko RAM </a:t>
            </a:r>
            <a:r>
              <a:rPr lang="en-US" dirty="0" err="1"/>
              <a:t>mein</a:t>
            </a:r>
            <a:r>
              <a:rPr lang="en-US" dirty="0"/>
              <a:t> </a:t>
            </a:r>
            <a:r>
              <a:rPr lang="en-US" dirty="0" err="1"/>
              <a:t>rakhta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, </a:t>
            </a:r>
            <a:r>
              <a:rPr lang="en-US" dirty="0" err="1"/>
              <a:t>isliye</a:t>
            </a:r>
            <a:r>
              <a:rPr lang="en-US" dirty="0"/>
              <a:t> ye tool hang </a:t>
            </a:r>
            <a:r>
              <a:rPr lang="en-US" dirty="0" err="1"/>
              <a:t>nahi</a:t>
            </a:r>
            <a:r>
              <a:rPr lang="en-US" dirty="0"/>
              <a:t> </a:t>
            </a:r>
            <a:r>
              <a:rPr lang="en-US" dirty="0" err="1"/>
              <a:t>hota</a:t>
            </a:r>
            <a:r>
              <a:rPr lang="en-US" dirty="0"/>
              <a:t>."</a:t>
            </a:r>
          </a:p>
          <a:p>
            <a:r>
              <a:rPr lang="en-US" b="1" dirty="0"/>
              <a:t>Visual:</a:t>
            </a:r>
            <a:r>
              <a:rPr lang="en-US" dirty="0"/>
              <a:t> Slide 8 par jab Dark Mode ki </a:t>
            </a:r>
            <a:r>
              <a:rPr lang="en-US" dirty="0" err="1"/>
              <a:t>baat</a:t>
            </a:r>
            <a:r>
              <a:rPr lang="en-US" dirty="0"/>
              <a:t> ho, </a:t>
            </a:r>
            <a:r>
              <a:rPr lang="en-US" dirty="0" err="1"/>
              <a:t>toh</a:t>
            </a:r>
            <a:r>
              <a:rPr lang="en-US" dirty="0"/>
              <a:t> tool ko </a:t>
            </a:r>
            <a:r>
              <a:rPr lang="en-US" dirty="0" err="1"/>
              <a:t>chala</a:t>
            </a:r>
            <a:r>
              <a:rPr lang="en-US" dirty="0"/>
              <a:t> </a:t>
            </a:r>
            <a:r>
              <a:rPr lang="en-US" dirty="0" err="1"/>
              <a:t>kar</a:t>
            </a:r>
            <a:r>
              <a:rPr lang="en-US" dirty="0"/>
              <a:t> Dark/Light button </a:t>
            </a:r>
            <a:r>
              <a:rPr lang="en-US" dirty="0" err="1"/>
              <a:t>daba</a:t>
            </a:r>
            <a:r>
              <a:rPr lang="en-US" dirty="0"/>
              <a:t> </a:t>
            </a:r>
            <a:r>
              <a:rPr lang="en-US" dirty="0" err="1"/>
              <a:t>kar</a:t>
            </a:r>
            <a:r>
              <a:rPr lang="en-US" dirty="0"/>
              <a:t> </a:t>
            </a:r>
            <a:r>
              <a:rPr lang="en-US" dirty="0" err="1"/>
              <a:t>dikhana</a:t>
            </a:r>
            <a:r>
              <a:rPr lang="en-US" dirty="0"/>
              <a:t>.</a:t>
            </a:r>
          </a:p>
          <a:p>
            <a:r>
              <a:rPr lang="en-US" b="1" dirty="0"/>
              <a:t>PDF:</a:t>
            </a:r>
            <a:r>
              <a:rPr lang="en-US" dirty="0"/>
              <a:t> Slide 7 par </a:t>
            </a:r>
            <a:r>
              <a:rPr lang="en-US" dirty="0" err="1"/>
              <a:t>batana</a:t>
            </a:r>
            <a:r>
              <a:rPr lang="en-US" dirty="0"/>
              <a:t> ki ye simple PDF </a:t>
            </a:r>
            <a:r>
              <a:rPr lang="en-US" dirty="0" err="1"/>
              <a:t>nahi</a:t>
            </a:r>
            <a:r>
              <a:rPr lang="en-US" dirty="0"/>
              <a:t> </a:t>
            </a:r>
            <a:r>
              <a:rPr lang="en-US" dirty="0" err="1"/>
              <a:t>banata</a:t>
            </a:r>
            <a:r>
              <a:rPr lang="en-US" dirty="0"/>
              <a:t>, </a:t>
            </a:r>
            <a:r>
              <a:rPr lang="en-US" dirty="0" err="1"/>
              <a:t>balki</a:t>
            </a:r>
            <a:r>
              <a:rPr lang="en-US" dirty="0"/>
              <a:t> code </a:t>
            </a:r>
            <a:r>
              <a:rPr lang="en-US" dirty="0" err="1"/>
              <a:t>ke</a:t>
            </a:r>
            <a:r>
              <a:rPr lang="en-US" dirty="0"/>
              <a:t> through </a:t>
            </a:r>
            <a:r>
              <a:rPr lang="en-US" dirty="0" err="1"/>
              <a:t>usme</a:t>
            </a:r>
            <a:r>
              <a:rPr lang="en-US" dirty="0"/>
              <a:t> formatting Apply </a:t>
            </a:r>
            <a:r>
              <a:rPr lang="en-US" dirty="0" err="1"/>
              <a:t>karta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1571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558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Smart Data Manager (SDM)</vt:lpstr>
      <vt:lpstr>Challenges in Traditional Excel Management</vt:lpstr>
      <vt:lpstr>What is Smart Data Manager?</vt:lpstr>
      <vt:lpstr>Optimized Performance (In-Memory Processing)</vt:lpstr>
      <vt:lpstr> Advanced Search &amp; Filter Engine</vt:lpstr>
      <vt:lpstr>Smart Analytics &amp; Insights</vt:lpstr>
      <vt:lpstr>Professional Reporting &amp; Export</vt:lpstr>
      <vt:lpstr>Enhanced User Experience (UI/UX)</vt:lpstr>
      <vt:lpstr>Conclusion &amp; Benefits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Jangir</dc:creator>
  <cp:lastModifiedBy>Sachin Jangir</cp:lastModifiedBy>
  <cp:revision>1</cp:revision>
  <dcterms:created xsi:type="dcterms:W3CDTF">2026-01-23T13:45:36Z</dcterms:created>
  <dcterms:modified xsi:type="dcterms:W3CDTF">2026-01-23T14:09:30Z</dcterms:modified>
</cp:coreProperties>
</file>