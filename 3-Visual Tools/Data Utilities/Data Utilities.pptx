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B9E2D1-C8DD-42D8-98F2-3B38DE151E0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E3C144-C88E-4CDE-B3CB-D886D41FA953}">
      <dgm:prSet/>
      <dgm:spPr/>
      <dgm:t>
        <a:bodyPr/>
        <a:lstStyle/>
        <a:p>
          <a:pPr>
            <a:defRPr b="1"/>
          </a:pPr>
          <a:r>
            <a:rPr lang="en-US"/>
            <a:t>A comprehensive toolkit designed to speed up daily Excel tasks.</a:t>
          </a:r>
        </a:p>
      </dgm:t>
    </dgm:pt>
    <dgm:pt modelId="{455B1DE2-7E65-4ADD-A88B-BA0B99D3104D}" type="parTrans" cxnId="{875A55DA-22BB-4146-9789-AB2643FB8D41}">
      <dgm:prSet/>
      <dgm:spPr/>
      <dgm:t>
        <a:bodyPr/>
        <a:lstStyle/>
        <a:p>
          <a:endParaRPr lang="en-US"/>
        </a:p>
      </dgm:t>
    </dgm:pt>
    <dgm:pt modelId="{000BA3FC-EBF2-47D3-88E6-4FC7357E4B4A}" type="sibTrans" cxnId="{875A55DA-22BB-4146-9789-AB2643FB8D41}">
      <dgm:prSet/>
      <dgm:spPr/>
      <dgm:t>
        <a:bodyPr/>
        <a:lstStyle/>
        <a:p>
          <a:endParaRPr lang="en-US"/>
        </a:p>
      </dgm:t>
    </dgm:pt>
    <dgm:pt modelId="{C9F4DA3D-A329-4F72-9D84-ABD1866663AB}">
      <dgm:prSet/>
      <dgm:spPr/>
      <dgm:t>
        <a:bodyPr/>
        <a:lstStyle/>
        <a:p>
          <a:pPr>
            <a:defRPr b="1"/>
          </a:pPr>
          <a:r>
            <a:rPr lang="en-US" b="1"/>
            <a:t>Key Features:</a:t>
          </a:r>
          <a:endParaRPr lang="en-US"/>
        </a:p>
      </dgm:t>
    </dgm:pt>
    <dgm:pt modelId="{11BB5D9D-9AB3-47F4-8EEF-7D050CE2D0CD}" type="parTrans" cxnId="{0D683193-8037-4618-91B9-64607989E1A5}">
      <dgm:prSet/>
      <dgm:spPr/>
      <dgm:t>
        <a:bodyPr/>
        <a:lstStyle/>
        <a:p>
          <a:endParaRPr lang="en-US"/>
        </a:p>
      </dgm:t>
    </dgm:pt>
    <dgm:pt modelId="{AF74C153-590B-40D8-A218-E667443342CE}" type="sibTrans" cxnId="{0D683193-8037-4618-91B9-64607989E1A5}">
      <dgm:prSet/>
      <dgm:spPr/>
      <dgm:t>
        <a:bodyPr/>
        <a:lstStyle/>
        <a:p>
          <a:endParaRPr lang="en-US"/>
        </a:p>
      </dgm:t>
    </dgm:pt>
    <dgm:pt modelId="{EAA7AAA3-7A1C-48A9-9C1B-2ADE0F19A879}">
      <dgm:prSet/>
      <dgm:spPr/>
      <dgm:t>
        <a:bodyPr/>
        <a:lstStyle/>
        <a:p>
          <a:r>
            <a:rPr lang="en-US"/>
            <a:t>Generate Visual Assets (QR/Bar Codes).</a:t>
          </a:r>
        </a:p>
      </dgm:t>
    </dgm:pt>
    <dgm:pt modelId="{C9EAD32A-0B65-4791-8EF6-9AB4F58BA98D}" type="parTrans" cxnId="{D9304CDD-7EAE-4D9F-8174-DCDA06FD3CFC}">
      <dgm:prSet/>
      <dgm:spPr/>
      <dgm:t>
        <a:bodyPr/>
        <a:lstStyle/>
        <a:p>
          <a:endParaRPr lang="en-US"/>
        </a:p>
      </dgm:t>
    </dgm:pt>
    <dgm:pt modelId="{9E0947D2-A68D-42D5-8EA3-98713E15B319}" type="sibTrans" cxnId="{D9304CDD-7EAE-4D9F-8174-DCDA06FD3CFC}">
      <dgm:prSet/>
      <dgm:spPr/>
      <dgm:t>
        <a:bodyPr/>
        <a:lstStyle/>
        <a:p>
          <a:endParaRPr lang="en-US"/>
        </a:p>
      </dgm:t>
    </dgm:pt>
    <dgm:pt modelId="{9C81BDC8-E8F7-4AB2-AB7D-7835586B3A07}">
      <dgm:prSet/>
      <dgm:spPr/>
      <dgm:t>
        <a:bodyPr/>
        <a:lstStyle/>
        <a:p>
          <a:r>
            <a:rPr lang="en-US"/>
            <a:t>Automated Data Cleaning.</a:t>
          </a:r>
        </a:p>
      </dgm:t>
    </dgm:pt>
    <dgm:pt modelId="{D60B47E5-85A3-4171-85BF-94B107C6CD52}" type="parTrans" cxnId="{3328D8EA-AA2C-4CF8-A18A-A111CC3C7608}">
      <dgm:prSet/>
      <dgm:spPr/>
      <dgm:t>
        <a:bodyPr/>
        <a:lstStyle/>
        <a:p>
          <a:endParaRPr lang="en-US"/>
        </a:p>
      </dgm:t>
    </dgm:pt>
    <dgm:pt modelId="{0CC54C6D-0C27-45CB-85BD-105F925DDFDE}" type="sibTrans" cxnId="{3328D8EA-AA2C-4CF8-A18A-A111CC3C7608}">
      <dgm:prSet/>
      <dgm:spPr/>
      <dgm:t>
        <a:bodyPr/>
        <a:lstStyle/>
        <a:p>
          <a:endParaRPr lang="en-US"/>
        </a:p>
      </dgm:t>
    </dgm:pt>
    <dgm:pt modelId="{53813157-D65D-4CDE-80B8-6E3BA3773E3B}">
      <dgm:prSet/>
      <dgm:spPr/>
      <dgm:t>
        <a:bodyPr/>
        <a:lstStyle/>
        <a:p>
          <a:r>
            <a:rPr lang="en-US"/>
            <a:t>Structural Reorganization (Swapping Tools).</a:t>
          </a:r>
        </a:p>
      </dgm:t>
    </dgm:pt>
    <dgm:pt modelId="{F0C1B6E0-4B6D-4E47-9C4B-C70543FE6214}" type="parTrans" cxnId="{BA832595-C07C-48FA-9B67-92035DB491D9}">
      <dgm:prSet/>
      <dgm:spPr/>
      <dgm:t>
        <a:bodyPr/>
        <a:lstStyle/>
        <a:p>
          <a:endParaRPr lang="en-US"/>
        </a:p>
      </dgm:t>
    </dgm:pt>
    <dgm:pt modelId="{419D2E3C-75A2-4BFA-88B1-BEB1E53EB437}" type="sibTrans" cxnId="{BA832595-C07C-48FA-9B67-92035DB491D9}">
      <dgm:prSet/>
      <dgm:spPr/>
      <dgm:t>
        <a:bodyPr/>
        <a:lstStyle/>
        <a:p>
          <a:endParaRPr lang="en-US"/>
        </a:p>
      </dgm:t>
    </dgm:pt>
    <dgm:pt modelId="{3CEA300E-B3C2-4AB5-AC26-DB1E17383C22}">
      <dgm:prSet/>
      <dgm:spPr/>
      <dgm:t>
        <a:bodyPr/>
        <a:lstStyle/>
        <a:p>
          <a:r>
            <a:rPr lang="en-US"/>
            <a:t>Interactive Elements (Checkboxes).</a:t>
          </a:r>
        </a:p>
      </dgm:t>
    </dgm:pt>
    <dgm:pt modelId="{E5968A40-BB6F-4391-8A06-6C4BBEB47027}" type="parTrans" cxnId="{E55BAB4F-FE3E-4096-9CB8-A04146557BFF}">
      <dgm:prSet/>
      <dgm:spPr/>
      <dgm:t>
        <a:bodyPr/>
        <a:lstStyle/>
        <a:p>
          <a:endParaRPr lang="en-US"/>
        </a:p>
      </dgm:t>
    </dgm:pt>
    <dgm:pt modelId="{313F91FC-EA69-4FF3-899B-B9F5B1B5A6FA}" type="sibTrans" cxnId="{E55BAB4F-FE3E-4096-9CB8-A04146557BFF}">
      <dgm:prSet/>
      <dgm:spPr/>
      <dgm:t>
        <a:bodyPr/>
        <a:lstStyle/>
        <a:p>
          <a:endParaRPr lang="en-US"/>
        </a:p>
      </dgm:t>
    </dgm:pt>
    <dgm:pt modelId="{5086AECE-8EA0-4C3C-AA64-EF9FD9E5978A}">
      <dgm:prSet/>
      <dgm:spPr/>
      <dgm:t>
        <a:bodyPr/>
        <a:lstStyle/>
        <a:p>
          <a:pPr>
            <a:defRPr b="1"/>
          </a:pPr>
          <a:r>
            <a:rPr lang="en-US" b="1"/>
            <a:t>Goal:</a:t>
          </a:r>
          <a:r>
            <a:rPr lang="en-US"/>
            <a:t> Reduce manual effort and eliminate formatting errors.</a:t>
          </a:r>
        </a:p>
      </dgm:t>
    </dgm:pt>
    <dgm:pt modelId="{A0123C42-453D-407D-A7B8-E6AC644B9D2E}" type="parTrans" cxnId="{EC19A6C8-A7D2-4156-A0E7-874233387C0F}">
      <dgm:prSet/>
      <dgm:spPr/>
      <dgm:t>
        <a:bodyPr/>
        <a:lstStyle/>
        <a:p>
          <a:endParaRPr lang="en-US"/>
        </a:p>
      </dgm:t>
    </dgm:pt>
    <dgm:pt modelId="{5508C5A5-1C0D-47E6-ABE9-E0CFC8AAC3BF}" type="sibTrans" cxnId="{EC19A6C8-A7D2-4156-A0E7-874233387C0F}">
      <dgm:prSet/>
      <dgm:spPr/>
      <dgm:t>
        <a:bodyPr/>
        <a:lstStyle/>
        <a:p>
          <a:endParaRPr lang="en-US"/>
        </a:p>
      </dgm:t>
    </dgm:pt>
    <dgm:pt modelId="{A73700AA-8D7D-4D67-8FF3-5503FC096B8A}" type="pres">
      <dgm:prSet presAssocID="{5CB9E2D1-C8DD-42D8-98F2-3B38DE151E0F}" presName="root" presStyleCnt="0">
        <dgm:presLayoutVars>
          <dgm:dir/>
          <dgm:resizeHandles val="exact"/>
        </dgm:presLayoutVars>
      </dgm:prSet>
      <dgm:spPr/>
    </dgm:pt>
    <dgm:pt modelId="{7BEB5D2D-7CB8-4D12-8010-BD2024BA1940}" type="pres">
      <dgm:prSet presAssocID="{62E3C144-C88E-4CDE-B3CB-D886D41FA953}" presName="compNode" presStyleCnt="0"/>
      <dgm:spPr/>
    </dgm:pt>
    <dgm:pt modelId="{83DE9705-FA83-4E99-A7FE-64C4CEABADE3}" type="pres">
      <dgm:prSet presAssocID="{62E3C144-C88E-4CDE-B3CB-D886D41FA9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897B1E3E-AF8B-496D-907A-7FF849EAFFDB}" type="pres">
      <dgm:prSet presAssocID="{62E3C144-C88E-4CDE-B3CB-D886D41FA953}" presName="iconSpace" presStyleCnt="0"/>
      <dgm:spPr/>
    </dgm:pt>
    <dgm:pt modelId="{CB96696C-8FB4-49F7-B145-CED5A6FAF467}" type="pres">
      <dgm:prSet presAssocID="{62E3C144-C88E-4CDE-B3CB-D886D41FA953}" presName="parTx" presStyleLbl="revTx" presStyleIdx="0" presStyleCnt="6">
        <dgm:presLayoutVars>
          <dgm:chMax val="0"/>
          <dgm:chPref val="0"/>
        </dgm:presLayoutVars>
      </dgm:prSet>
      <dgm:spPr/>
    </dgm:pt>
    <dgm:pt modelId="{CE68EEED-AAA9-4C5C-A09B-93E091E2F82A}" type="pres">
      <dgm:prSet presAssocID="{62E3C144-C88E-4CDE-B3CB-D886D41FA953}" presName="txSpace" presStyleCnt="0"/>
      <dgm:spPr/>
    </dgm:pt>
    <dgm:pt modelId="{1C797EA0-7B73-4BFA-AE7C-F22A9221D4BA}" type="pres">
      <dgm:prSet presAssocID="{62E3C144-C88E-4CDE-B3CB-D886D41FA953}" presName="desTx" presStyleLbl="revTx" presStyleIdx="1" presStyleCnt="6">
        <dgm:presLayoutVars/>
      </dgm:prSet>
      <dgm:spPr/>
    </dgm:pt>
    <dgm:pt modelId="{877F71C0-57E2-49D7-9423-D147AF594633}" type="pres">
      <dgm:prSet presAssocID="{000BA3FC-EBF2-47D3-88E6-4FC7357E4B4A}" presName="sibTrans" presStyleCnt="0"/>
      <dgm:spPr/>
    </dgm:pt>
    <dgm:pt modelId="{C3EB93B8-AC69-45A4-88A6-F0ECE7D7A80E}" type="pres">
      <dgm:prSet presAssocID="{C9F4DA3D-A329-4F72-9D84-ABD1866663AB}" presName="compNode" presStyleCnt="0"/>
      <dgm:spPr/>
    </dgm:pt>
    <dgm:pt modelId="{588DCBB9-8458-48E4-B2B7-CEE38C3CE8EC}" type="pres">
      <dgm:prSet presAssocID="{C9F4DA3D-A329-4F72-9D84-ABD1866663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07F69DF-4860-435B-B747-08FBB68C371C}" type="pres">
      <dgm:prSet presAssocID="{C9F4DA3D-A329-4F72-9D84-ABD1866663AB}" presName="iconSpace" presStyleCnt="0"/>
      <dgm:spPr/>
    </dgm:pt>
    <dgm:pt modelId="{E845E53E-08CF-447E-94A4-BC121DA1B1E6}" type="pres">
      <dgm:prSet presAssocID="{C9F4DA3D-A329-4F72-9D84-ABD1866663AB}" presName="parTx" presStyleLbl="revTx" presStyleIdx="2" presStyleCnt="6">
        <dgm:presLayoutVars>
          <dgm:chMax val="0"/>
          <dgm:chPref val="0"/>
        </dgm:presLayoutVars>
      </dgm:prSet>
      <dgm:spPr/>
    </dgm:pt>
    <dgm:pt modelId="{F2BF3E02-BDAC-42F1-8D40-F1ED9B0B99BD}" type="pres">
      <dgm:prSet presAssocID="{C9F4DA3D-A329-4F72-9D84-ABD1866663AB}" presName="txSpace" presStyleCnt="0"/>
      <dgm:spPr/>
    </dgm:pt>
    <dgm:pt modelId="{F2A93AB5-FE48-4487-ACC2-42C171F62242}" type="pres">
      <dgm:prSet presAssocID="{C9F4DA3D-A329-4F72-9D84-ABD1866663AB}" presName="desTx" presStyleLbl="revTx" presStyleIdx="3" presStyleCnt="6">
        <dgm:presLayoutVars/>
      </dgm:prSet>
      <dgm:spPr/>
    </dgm:pt>
    <dgm:pt modelId="{6F8E3165-FB9F-47C7-927A-2332EB5111F1}" type="pres">
      <dgm:prSet presAssocID="{AF74C153-590B-40D8-A218-E667443342CE}" presName="sibTrans" presStyleCnt="0"/>
      <dgm:spPr/>
    </dgm:pt>
    <dgm:pt modelId="{9675DC8F-BBE9-4A19-8FBD-695F2AD079C8}" type="pres">
      <dgm:prSet presAssocID="{5086AECE-8EA0-4C3C-AA64-EF9FD9E5978A}" presName="compNode" presStyleCnt="0"/>
      <dgm:spPr/>
    </dgm:pt>
    <dgm:pt modelId="{B3D08C2D-C205-401F-8BB0-B536B63C039F}" type="pres">
      <dgm:prSet presAssocID="{5086AECE-8EA0-4C3C-AA64-EF9FD9E5978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FAB6E0E-7DA0-4BF9-BC40-5746B44B7473}" type="pres">
      <dgm:prSet presAssocID="{5086AECE-8EA0-4C3C-AA64-EF9FD9E5978A}" presName="iconSpace" presStyleCnt="0"/>
      <dgm:spPr/>
    </dgm:pt>
    <dgm:pt modelId="{3EC4BBA8-93DC-4883-B6D7-1829FF3BBF0E}" type="pres">
      <dgm:prSet presAssocID="{5086AECE-8EA0-4C3C-AA64-EF9FD9E5978A}" presName="parTx" presStyleLbl="revTx" presStyleIdx="4" presStyleCnt="6">
        <dgm:presLayoutVars>
          <dgm:chMax val="0"/>
          <dgm:chPref val="0"/>
        </dgm:presLayoutVars>
      </dgm:prSet>
      <dgm:spPr/>
    </dgm:pt>
    <dgm:pt modelId="{87C73E6D-E9E7-4231-9BD7-D87707DAD547}" type="pres">
      <dgm:prSet presAssocID="{5086AECE-8EA0-4C3C-AA64-EF9FD9E5978A}" presName="txSpace" presStyleCnt="0"/>
      <dgm:spPr/>
    </dgm:pt>
    <dgm:pt modelId="{CCE57FB4-5ECB-4D58-B04C-4E37027E213E}" type="pres">
      <dgm:prSet presAssocID="{5086AECE-8EA0-4C3C-AA64-EF9FD9E5978A}" presName="desTx" presStyleLbl="revTx" presStyleIdx="5" presStyleCnt="6">
        <dgm:presLayoutVars/>
      </dgm:prSet>
      <dgm:spPr/>
    </dgm:pt>
  </dgm:ptLst>
  <dgm:cxnLst>
    <dgm:cxn modelId="{49B82017-D9F3-47EE-A979-45C02BCC9B17}" type="presOf" srcId="{5086AECE-8EA0-4C3C-AA64-EF9FD9E5978A}" destId="{3EC4BBA8-93DC-4883-B6D7-1829FF3BBF0E}" srcOrd="0" destOrd="0" presId="urn:microsoft.com/office/officeart/2018/5/layout/CenteredIconLabelDescriptionList"/>
    <dgm:cxn modelId="{799C855F-79A5-4555-A35C-E11E392851AB}" type="presOf" srcId="{62E3C144-C88E-4CDE-B3CB-D886D41FA953}" destId="{CB96696C-8FB4-49F7-B145-CED5A6FAF467}" srcOrd="0" destOrd="0" presId="urn:microsoft.com/office/officeart/2018/5/layout/CenteredIconLabelDescriptionList"/>
    <dgm:cxn modelId="{0499F866-23FE-467E-A77F-9328F234047D}" type="presOf" srcId="{EAA7AAA3-7A1C-48A9-9C1B-2ADE0F19A879}" destId="{F2A93AB5-FE48-4487-ACC2-42C171F62242}" srcOrd="0" destOrd="0" presId="urn:microsoft.com/office/officeart/2018/5/layout/CenteredIconLabelDescriptionList"/>
    <dgm:cxn modelId="{E55BAB4F-FE3E-4096-9CB8-A04146557BFF}" srcId="{C9F4DA3D-A329-4F72-9D84-ABD1866663AB}" destId="{3CEA300E-B3C2-4AB5-AC26-DB1E17383C22}" srcOrd="3" destOrd="0" parTransId="{E5968A40-BB6F-4391-8A06-6C4BBEB47027}" sibTransId="{313F91FC-EA69-4FF3-899B-B9F5B1B5A6FA}"/>
    <dgm:cxn modelId="{0D683193-8037-4618-91B9-64607989E1A5}" srcId="{5CB9E2D1-C8DD-42D8-98F2-3B38DE151E0F}" destId="{C9F4DA3D-A329-4F72-9D84-ABD1866663AB}" srcOrd="1" destOrd="0" parTransId="{11BB5D9D-9AB3-47F4-8EEF-7D050CE2D0CD}" sibTransId="{AF74C153-590B-40D8-A218-E667443342CE}"/>
    <dgm:cxn modelId="{BA832595-C07C-48FA-9B67-92035DB491D9}" srcId="{C9F4DA3D-A329-4F72-9D84-ABD1866663AB}" destId="{53813157-D65D-4CDE-80B8-6E3BA3773E3B}" srcOrd="2" destOrd="0" parTransId="{F0C1B6E0-4B6D-4E47-9C4B-C70543FE6214}" sibTransId="{419D2E3C-75A2-4BFA-88B1-BEB1E53EB437}"/>
    <dgm:cxn modelId="{F49639C6-235E-44E8-A9F3-5E8C23066D12}" type="presOf" srcId="{9C81BDC8-E8F7-4AB2-AB7D-7835586B3A07}" destId="{F2A93AB5-FE48-4487-ACC2-42C171F62242}" srcOrd="0" destOrd="1" presId="urn:microsoft.com/office/officeart/2018/5/layout/CenteredIconLabelDescriptionList"/>
    <dgm:cxn modelId="{EC19A6C8-A7D2-4156-A0E7-874233387C0F}" srcId="{5CB9E2D1-C8DD-42D8-98F2-3B38DE151E0F}" destId="{5086AECE-8EA0-4C3C-AA64-EF9FD9E5978A}" srcOrd="2" destOrd="0" parTransId="{A0123C42-453D-407D-A7B8-E6AC644B9D2E}" sibTransId="{5508C5A5-1C0D-47E6-ABE9-E0CFC8AAC3BF}"/>
    <dgm:cxn modelId="{0B4714C9-72B1-40CB-81DC-9F40D2DE8883}" type="presOf" srcId="{5CB9E2D1-C8DD-42D8-98F2-3B38DE151E0F}" destId="{A73700AA-8D7D-4D67-8FF3-5503FC096B8A}" srcOrd="0" destOrd="0" presId="urn:microsoft.com/office/officeart/2018/5/layout/CenteredIconLabelDescriptionList"/>
    <dgm:cxn modelId="{7D1E95CE-49B1-4042-B77E-7257AD68B82E}" type="presOf" srcId="{C9F4DA3D-A329-4F72-9D84-ABD1866663AB}" destId="{E845E53E-08CF-447E-94A4-BC121DA1B1E6}" srcOrd="0" destOrd="0" presId="urn:microsoft.com/office/officeart/2018/5/layout/CenteredIconLabelDescriptionList"/>
    <dgm:cxn modelId="{875A55DA-22BB-4146-9789-AB2643FB8D41}" srcId="{5CB9E2D1-C8DD-42D8-98F2-3B38DE151E0F}" destId="{62E3C144-C88E-4CDE-B3CB-D886D41FA953}" srcOrd="0" destOrd="0" parTransId="{455B1DE2-7E65-4ADD-A88B-BA0B99D3104D}" sibTransId="{000BA3FC-EBF2-47D3-88E6-4FC7357E4B4A}"/>
    <dgm:cxn modelId="{D9304CDD-7EAE-4D9F-8174-DCDA06FD3CFC}" srcId="{C9F4DA3D-A329-4F72-9D84-ABD1866663AB}" destId="{EAA7AAA3-7A1C-48A9-9C1B-2ADE0F19A879}" srcOrd="0" destOrd="0" parTransId="{C9EAD32A-0B65-4791-8EF6-9AB4F58BA98D}" sibTransId="{9E0947D2-A68D-42D5-8EA3-98713E15B319}"/>
    <dgm:cxn modelId="{369F1BE3-0312-440D-ADBC-D21F819E54BE}" type="presOf" srcId="{3CEA300E-B3C2-4AB5-AC26-DB1E17383C22}" destId="{F2A93AB5-FE48-4487-ACC2-42C171F62242}" srcOrd="0" destOrd="3" presId="urn:microsoft.com/office/officeart/2018/5/layout/CenteredIconLabelDescriptionList"/>
    <dgm:cxn modelId="{3328D8EA-AA2C-4CF8-A18A-A111CC3C7608}" srcId="{C9F4DA3D-A329-4F72-9D84-ABD1866663AB}" destId="{9C81BDC8-E8F7-4AB2-AB7D-7835586B3A07}" srcOrd="1" destOrd="0" parTransId="{D60B47E5-85A3-4171-85BF-94B107C6CD52}" sibTransId="{0CC54C6D-0C27-45CB-85BD-105F925DDFDE}"/>
    <dgm:cxn modelId="{C81334F1-858F-4DE7-979C-9BA1B54BF067}" type="presOf" srcId="{53813157-D65D-4CDE-80B8-6E3BA3773E3B}" destId="{F2A93AB5-FE48-4487-ACC2-42C171F62242}" srcOrd="0" destOrd="2" presId="urn:microsoft.com/office/officeart/2018/5/layout/CenteredIconLabelDescriptionList"/>
    <dgm:cxn modelId="{CE5DECFE-E94B-42D9-BFEA-2B0B8E79B7F6}" type="presParOf" srcId="{A73700AA-8D7D-4D67-8FF3-5503FC096B8A}" destId="{7BEB5D2D-7CB8-4D12-8010-BD2024BA1940}" srcOrd="0" destOrd="0" presId="urn:microsoft.com/office/officeart/2018/5/layout/CenteredIconLabelDescriptionList"/>
    <dgm:cxn modelId="{201FA8A9-6D84-43C9-A948-B1510376D3A4}" type="presParOf" srcId="{7BEB5D2D-7CB8-4D12-8010-BD2024BA1940}" destId="{83DE9705-FA83-4E99-A7FE-64C4CEABADE3}" srcOrd="0" destOrd="0" presId="urn:microsoft.com/office/officeart/2018/5/layout/CenteredIconLabelDescriptionList"/>
    <dgm:cxn modelId="{34B4E60F-9078-4294-8550-284B78FE17FF}" type="presParOf" srcId="{7BEB5D2D-7CB8-4D12-8010-BD2024BA1940}" destId="{897B1E3E-AF8B-496D-907A-7FF849EAFFDB}" srcOrd="1" destOrd="0" presId="urn:microsoft.com/office/officeart/2018/5/layout/CenteredIconLabelDescriptionList"/>
    <dgm:cxn modelId="{002CD34D-4CE8-4B61-A5BA-863897F34742}" type="presParOf" srcId="{7BEB5D2D-7CB8-4D12-8010-BD2024BA1940}" destId="{CB96696C-8FB4-49F7-B145-CED5A6FAF467}" srcOrd="2" destOrd="0" presId="urn:microsoft.com/office/officeart/2018/5/layout/CenteredIconLabelDescriptionList"/>
    <dgm:cxn modelId="{99678755-3401-42C7-AAAB-BEFF01753345}" type="presParOf" srcId="{7BEB5D2D-7CB8-4D12-8010-BD2024BA1940}" destId="{CE68EEED-AAA9-4C5C-A09B-93E091E2F82A}" srcOrd="3" destOrd="0" presId="urn:microsoft.com/office/officeart/2018/5/layout/CenteredIconLabelDescriptionList"/>
    <dgm:cxn modelId="{0294C9B2-AC53-4F24-96CA-A3ABDA24B4AE}" type="presParOf" srcId="{7BEB5D2D-7CB8-4D12-8010-BD2024BA1940}" destId="{1C797EA0-7B73-4BFA-AE7C-F22A9221D4BA}" srcOrd="4" destOrd="0" presId="urn:microsoft.com/office/officeart/2018/5/layout/CenteredIconLabelDescriptionList"/>
    <dgm:cxn modelId="{E4B22BC0-7C6C-4482-AD89-E971577BBC46}" type="presParOf" srcId="{A73700AA-8D7D-4D67-8FF3-5503FC096B8A}" destId="{877F71C0-57E2-49D7-9423-D147AF594633}" srcOrd="1" destOrd="0" presId="urn:microsoft.com/office/officeart/2018/5/layout/CenteredIconLabelDescriptionList"/>
    <dgm:cxn modelId="{BEE183FC-6905-4508-AC08-09F673718054}" type="presParOf" srcId="{A73700AA-8D7D-4D67-8FF3-5503FC096B8A}" destId="{C3EB93B8-AC69-45A4-88A6-F0ECE7D7A80E}" srcOrd="2" destOrd="0" presId="urn:microsoft.com/office/officeart/2018/5/layout/CenteredIconLabelDescriptionList"/>
    <dgm:cxn modelId="{77356A61-1DD1-442B-9386-CB80341A8245}" type="presParOf" srcId="{C3EB93B8-AC69-45A4-88A6-F0ECE7D7A80E}" destId="{588DCBB9-8458-48E4-B2B7-CEE38C3CE8EC}" srcOrd="0" destOrd="0" presId="urn:microsoft.com/office/officeart/2018/5/layout/CenteredIconLabelDescriptionList"/>
    <dgm:cxn modelId="{878C39D8-2F82-430D-8B6A-464F4A907826}" type="presParOf" srcId="{C3EB93B8-AC69-45A4-88A6-F0ECE7D7A80E}" destId="{C07F69DF-4860-435B-B747-08FBB68C371C}" srcOrd="1" destOrd="0" presId="urn:microsoft.com/office/officeart/2018/5/layout/CenteredIconLabelDescriptionList"/>
    <dgm:cxn modelId="{6C901045-86B9-49CF-BA5B-D944B271BBA4}" type="presParOf" srcId="{C3EB93B8-AC69-45A4-88A6-F0ECE7D7A80E}" destId="{E845E53E-08CF-447E-94A4-BC121DA1B1E6}" srcOrd="2" destOrd="0" presId="urn:microsoft.com/office/officeart/2018/5/layout/CenteredIconLabelDescriptionList"/>
    <dgm:cxn modelId="{B3E49E22-709D-4741-A738-E14AC4FC06EE}" type="presParOf" srcId="{C3EB93B8-AC69-45A4-88A6-F0ECE7D7A80E}" destId="{F2BF3E02-BDAC-42F1-8D40-F1ED9B0B99BD}" srcOrd="3" destOrd="0" presId="urn:microsoft.com/office/officeart/2018/5/layout/CenteredIconLabelDescriptionList"/>
    <dgm:cxn modelId="{7BD60DE6-9C08-4157-867A-9B88F38A8EE5}" type="presParOf" srcId="{C3EB93B8-AC69-45A4-88A6-F0ECE7D7A80E}" destId="{F2A93AB5-FE48-4487-ACC2-42C171F62242}" srcOrd="4" destOrd="0" presId="urn:microsoft.com/office/officeart/2018/5/layout/CenteredIconLabelDescriptionList"/>
    <dgm:cxn modelId="{1C55F2CA-FCFA-4FB6-AD9E-1FE4EAB58CED}" type="presParOf" srcId="{A73700AA-8D7D-4D67-8FF3-5503FC096B8A}" destId="{6F8E3165-FB9F-47C7-927A-2332EB5111F1}" srcOrd="3" destOrd="0" presId="urn:microsoft.com/office/officeart/2018/5/layout/CenteredIconLabelDescriptionList"/>
    <dgm:cxn modelId="{6ACD2AE8-A85F-4634-8274-0D38216CF63F}" type="presParOf" srcId="{A73700AA-8D7D-4D67-8FF3-5503FC096B8A}" destId="{9675DC8F-BBE9-4A19-8FBD-695F2AD079C8}" srcOrd="4" destOrd="0" presId="urn:microsoft.com/office/officeart/2018/5/layout/CenteredIconLabelDescriptionList"/>
    <dgm:cxn modelId="{9AF9D58D-C97C-4261-8D0B-BBC7DD4FE8E5}" type="presParOf" srcId="{9675DC8F-BBE9-4A19-8FBD-695F2AD079C8}" destId="{B3D08C2D-C205-401F-8BB0-B536B63C039F}" srcOrd="0" destOrd="0" presId="urn:microsoft.com/office/officeart/2018/5/layout/CenteredIconLabelDescriptionList"/>
    <dgm:cxn modelId="{84229DE3-D029-4548-AD8E-D32AD92310F5}" type="presParOf" srcId="{9675DC8F-BBE9-4A19-8FBD-695F2AD079C8}" destId="{AFAB6E0E-7DA0-4BF9-BC40-5746B44B7473}" srcOrd="1" destOrd="0" presId="urn:microsoft.com/office/officeart/2018/5/layout/CenteredIconLabelDescriptionList"/>
    <dgm:cxn modelId="{BFB12C05-4135-4A53-873E-5194329E60D2}" type="presParOf" srcId="{9675DC8F-BBE9-4A19-8FBD-695F2AD079C8}" destId="{3EC4BBA8-93DC-4883-B6D7-1829FF3BBF0E}" srcOrd="2" destOrd="0" presId="urn:microsoft.com/office/officeart/2018/5/layout/CenteredIconLabelDescriptionList"/>
    <dgm:cxn modelId="{7ECEFCF1-B015-40B9-BF28-6889773B49CC}" type="presParOf" srcId="{9675DC8F-BBE9-4A19-8FBD-695F2AD079C8}" destId="{87C73E6D-E9E7-4231-9BD7-D87707DAD547}" srcOrd="3" destOrd="0" presId="urn:microsoft.com/office/officeart/2018/5/layout/CenteredIconLabelDescriptionList"/>
    <dgm:cxn modelId="{94D851DD-C645-4D37-8527-68810804B167}" type="presParOf" srcId="{9675DC8F-BBE9-4A19-8FBD-695F2AD079C8}" destId="{CCE57FB4-5ECB-4D58-B04C-4E37027E213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3D0B03-3C8A-406F-B255-FA4BC346165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9F5F14-C316-4766-AE3D-2F4DE25BE2DF}">
      <dgm:prSet/>
      <dgm:spPr/>
      <dgm:t>
        <a:bodyPr/>
        <a:lstStyle/>
        <a:p>
          <a:pPr>
            <a:defRPr b="1"/>
          </a:pPr>
          <a:r>
            <a:rPr lang="en-US" b="1"/>
            <a:t>Image in Comment:</a:t>
          </a:r>
          <a:endParaRPr lang="en-US"/>
        </a:p>
      </dgm:t>
    </dgm:pt>
    <dgm:pt modelId="{AABAAD60-4D88-402C-BBF0-2BF28DE5C2F8}" type="parTrans" cxnId="{75362C4D-DCCE-4067-BF8C-2A309139B468}">
      <dgm:prSet/>
      <dgm:spPr/>
      <dgm:t>
        <a:bodyPr/>
        <a:lstStyle/>
        <a:p>
          <a:endParaRPr lang="en-US"/>
        </a:p>
      </dgm:t>
    </dgm:pt>
    <dgm:pt modelId="{6C80BA87-2B30-4563-A3EC-F847B1B90599}" type="sibTrans" cxnId="{75362C4D-DCCE-4067-BF8C-2A309139B468}">
      <dgm:prSet/>
      <dgm:spPr/>
      <dgm:t>
        <a:bodyPr/>
        <a:lstStyle/>
        <a:p>
          <a:endParaRPr lang="en-US"/>
        </a:p>
      </dgm:t>
    </dgm:pt>
    <dgm:pt modelId="{B95C6104-1D69-42A5-A312-A8969BF95CCC}">
      <dgm:prSet/>
      <dgm:spPr/>
      <dgm:t>
        <a:bodyPr/>
        <a:lstStyle/>
        <a:p>
          <a:r>
            <a:rPr lang="en-US"/>
            <a:t>Insert product images or reference photos directly into cell comments.</a:t>
          </a:r>
        </a:p>
      </dgm:t>
    </dgm:pt>
    <dgm:pt modelId="{727AC789-4EAE-4C54-AFC2-4A1FACA2807D}" type="parTrans" cxnId="{D400AE0A-B1B5-412A-B26C-6B4CF8EDF209}">
      <dgm:prSet/>
      <dgm:spPr/>
      <dgm:t>
        <a:bodyPr/>
        <a:lstStyle/>
        <a:p>
          <a:endParaRPr lang="en-US"/>
        </a:p>
      </dgm:t>
    </dgm:pt>
    <dgm:pt modelId="{5A64E863-4326-40F7-8ADD-C25F48167837}" type="sibTrans" cxnId="{D400AE0A-B1B5-412A-B26C-6B4CF8EDF209}">
      <dgm:prSet/>
      <dgm:spPr/>
      <dgm:t>
        <a:bodyPr/>
        <a:lstStyle/>
        <a:p>
          <a:endParaRPr lang="en-US"/>
        </a:p>
      </dgm:t>
    </dgm:pt>
    <dgm:pt modelId="{1F605C65-62D9-406B-BE05-A02820A1B4FD}">
      <dgm:prSet/>
      <dgm:spPr/>
      <dgm:t>
        <a:bodyPr/>
        <a:lstStyle/>
        <a:p>
          <a:r>
            <a:rPr lang="en-US" i="1"/>
            <a:t>Use Case:</a:t>
          </a:r>
          <a:r>
            <a:rPr lang="en-US"/>
            <a:t> Product Catalogs, Employee Rosters.</a:t>
          </a:r>
        </a:p>
      </dgm:t>
    </dgm:pt>
    <dgm:pt modelId="{F84E9452-5E23-4788-85FC-288573A044B6}" type="parTrans" cxnId="{BBB3822F-6276-4F4F-8B3C-E760D3C25F5D}">
      <dgm:prSet/>
      <dgm:spPr/>
      <dgm:t>
        <a:bodyPr/>
        <a:lstStyle/>
        <a:p>
          <a:endParaRPr lang="en-US"/>
        </a:p>
      </dgm:t>
    </dgm:pt>
    <dgm:pt modelId="{DEBECDCC-37DC-43D0-A116-B46878209F64}" type="sibTrans" cxnId="{BBB3822F-6276-4F4F-8B3C-E760D3C25F5D}">
      <dgm:prSet/>
      <dgm:spPr/>
      <dgm:t>
        <a:bodyPr/>
        <a:lstStyle/>
        <a:p>
          <a:endParaRPr lang="en-US"/>
        </a:p>
      </dgm:t>
    </dgm:pt>
    <dgm:pt modelId="{75FD088A-050E-4741-9AD1-081DE7FCF3EA}">
      <dgm:prSet/>
      <dgm:spPr/>
      <dgm:t>
        <a:bodyPr/>
        <a:lstStyle/>
        <a:p>
          <a:pPr>
            <a:defRPr b="1"/>
          </a:pPr>
          <a:r>
            <a:rPr lang="en-US" b="1" dirty="0"/>
            <a:t>Create QR Code:</a:t>
          </a:r>
          <a:endParaRPr lang="en-US" dirty="0"/>
        </a:p>
      </dgm:t>
    </dgm:pt>
    <dgm:pt modelId="{79E5FFC9-FD1D-4543-96EA-E1F64E80068C}" type="parTrans" cxnId="{305C5542-23A8-4326-8FAE-F4D8EE28575E}">
      <dgm:prSet/>
      <dgm:spPr/>
      <dgm:t>
        <a:bodyPr/>
        <a:lstStyle/>
        <a:p>
          <a:endParaRPr lang="en-US"/>
        </a:p>
      </dgm:t>
    </dgm:pt>
    <dgm:pt modelId="{132A0877-E53B-4601-A226-ABDBA6FA34C0}" type="sibTrans" cxnId="{305C5542-23A8-4326-8FAE-F4D8EE28575E}">
      <dgm:prSet/>
      <dgm:spPr/>
      <dgm:t>
        <a:bodyPr/>
        <a:lstStyle/>
        <a:p>
          <a:endParaRPr lang="en-US"/>
        </a:p>
      </dgm:t>
    </dgm:pt>
    <dgm:pt modelId="{C5287F0C-284A-445F-91CE-2B5A88676EE1}">
      <dgm:prSet/>
      <dgm:spPr/>
      <dgm:t>
        <a:bodyPr/>
        <a:lstStyle/>
        <a:p>
          <a:r>
            <a:rPr lang="en-US"/>
            <a:t>Generate high-quality (HD) QR codes from cell text or URLs instantly.</a:t>
          </a:r>
        </a:p>
      </dgm:t>
    </dgm:pt>
    <dgm:pt modelId="{B9C63780-4FAE-468F-B195-14B47F27CADA}" type="parTrans" cxnId="{1068D9DB-8EF7-439D-8AD4-D6626B5F9A7C}">
      <dgm:prSet/>
      <dgm:spPr/>
      <dgm:t>
        <a:bodyPr/>
        <a:lstStyle/>
        <a:p>
          <a:endParaRPr lang="en-US"/>
        </a:p>
      </dgm:t>
    </dgm:pt>
    <dgm:pt modelId="{0F7B0D53-C893-4E79-B237-F83675161307}" type="sibTrans" cxnId="{1068D9DB-8EF7-439D-8AD4-D6626B5F9A7C}">
      <dgm:prSet/>
      <dgm:spPr/>
      <dgm:t>
        <a:bodyPr/>
        <a:lstStyle/>
        <a:p>
          <a:endParaRPr lang="en-US"/>
        </a:p>
      </dgm:t>
    </dgm:pt>
    <dgm:pt modelId="{ECD313CA-E6CA-435A-8560-BAB62E29FE75}">
      <dgm:prSet/>
      <dgm:spPr/>
      <dgm:t>
        <a:bodyPr/>
        <a:lstStyle/>
        <a:p>
          <a:r>
            <a:rPr lang="en-US" i="1"/>
            <a:t>Use Case:</a:t>
          </a:r>
          <a:r>
            <a:rPr lang="en-US"/>
            <a:t> Website links, Digital Business Cards.</a:t>
          </a:r>
        </a:p>
      </dgm:t>
    </dgm:pt>
    <dgm:pt modelId="{91C76CD4-0EDF-45A3-9E0F-2FA289D85458}" type="parTrans" cxnId="{A0F1FFCE-701B-43B6-BB8D-15A844074321}">
      <dgm:prSet/>
      <dgm:spPr/>
      <dgm:t>
        <a:bodyPr/>
        <a:lstStyle/>
        <a:p>
          <a:endParaRPr lang="en-US"/>
        </a:p>
      </dgm:t>
    </dgm:pt>
    <dgm:pt modelId="{B7EFB5BD-A77F-4E15-9AC6-CD01478E59B2}" type="sibTrans" cxnId="{A0F1FFCE-701B-43B6-BB8D-15A844074321}">
      <dgm:prSet/>
      <dgm:spPr/>
      <dgm:t>
        <a:bodyPr/>
        <a:lstStyle/>
        <a:p>
          <a:endParaRPr lang="en-US"/>
        </a:p>
      </dgm:t>
    </dgm:pt>
    <dgm:pt modelId="{DFDE3F07-CB27-40FC-82AF-ED08ADD185B1}">
      <dgm:prSet/>
      <dgm:spPr/>
      <dgm:t>
        <a:bodyPr/>
        <a:lstStyle/>
        <a:p>
          <a:pPr>
            <a:defRPr b="1"/>
          </a:pPr>
          <a:r>
            <a:rPr lang="en-US" b="1"/>
            <a:t>Create Bar Code:</a:t>
          </a:r>
          <a:endParaRPr lang="en-US"/>
        </a:p>
      </dgm:t>
    </dgm:pt>
    <dgm:pt modelId="{6F356DE0-48DB-484A-AC0E-53A6BF26929D}" type="parTrans" cxnId="{2FFC961A-BC03-48FF-8C79-0CA69B2C635D}">
      <dgm:prSet/>
      <dgm:spPr/>
      <dgm:t>
        <a:bodyPr/>
        <a:lstStyle/>
        <a:p>
          <a:endParaRPr lang="en-US"/>
        </a:p>
      </dgm:t>
    </dgm:pt>
    <dgm:pt modelId="{ADB2FB79-AE65-49F1-87EB-5CD48B5409E1}" type="sibTrans" cxnId="{2FFC961A-BC03-48FF-8C79-0CA69B2C635D}">
      <dgm:prSet/>
      <dgm:spPr/>
      <dgm:t>
        <a:bodyPr/>
        <a:lstStyle/>
        <a:p>
          <a:endParaRPr lang="en-US"/>
        </a:p>
      </dgm:t>
    </dgm:pt>
    <dgm:pt modelId="{1703C8C6-83B4-4997-A899-7411ABABAF27}">
      <dgm:prSet/>
      <dgm:spPr/>
      <dgm:t>
        <a:bodyPr/>
        <a:lstStyle/>
        <a:p>
          <a:r>
            <a:rPr lang="en-US"/>
            <a:t>Create professional bar codes for inventory management.</a:t>
          </a:r>
        </a:p>
      </dgm:t>
    </dgm:pt>
    <dgm:pt modelId="{1CE85599-13E8-489E-B08C-969A70E57C3E}" type="parTrans" cxnId="{694B88A0-9962-4D89-A0F2-A493B07F4672}">
      <dgm:prSet/>
      <dgm:spPr/>
      <dgm:t>
        <a:bodyPr/>
        <a:lstStyle/>
        <a:p>
          <a:endParaRPr lang="en-US"/>
        </a:p>
      </dgm:t>
    </dgm:pt>
    <dgm:pt modelId="{DDA60A0E-4797-4B8C-BB51-C80B86217483}" type="sibTrans" cxnId="{694B88A0-9962-4D89-A0F2-A493B07F4672}">
      <dgm:prSet/>
      <dgm:spPr/>
      <dgm:t>
        <a:bodyPr/>
        <a:lstStyle/>
        <a:p>
          <a:endParaRPr lang="en-US"/>
        </a:p>
      </dgm:t>
    </dgm:pt>
    <dgm:pt modelId="{6DC9A15F-2316-4BBD-9EEA-B53A2A6F0583}">
      <dgm:prSet/>
      <dgm:spPr/>
      <dgm:t>
        <a:bodyPr/>
        <a:lstStyle/>
        <a:p>
          <a:r>
            <a:rPr lang="en-US" i="1"/>
            <a:t>Use Case:</a:t>
          </a:r>
          <a:r>
            <a:rPr lang="en-US"/>
            <a:t> SKU Tracking, Invoice tagging.</a:t>
          </a:r>
        </a:p>
      </dgm:t>
    </dgm:pt>
    <dgm:pt modelId="{A3E41E37-1E5D-42E5-8362-D5D340CE78CF}" type="parTrans" cxnId="{24D59477-31BD-4656-9AC0-131AD094A9C6}">
      <dgm:prSet/>
      <dgm:spPr/>
      <dgm:t>
        <a:bodyPr/>
        <a:lstStyle/>
        <a:p>
          <a:endParaRPr lang="en-US"/>
        </a:p>
      </dgm:t>
    </dgm:pt>
    <dgm:pt modelId="{7A710BAF-278C-479E-8417-F3CE39B11E10}" type="sibTrans" cxnId="{24D59477-31BD-4656-9AC0-131AD094A9C6}">
      <dgm:prSet/>
      <dgm:spPr/>
      <dgm:t>
        <a:bodyPr/>
        <a:lstStyle/>
        <a:p>
          <a:endParaRPr lang="en-US"/>
        </a:p>
      </dgm:t>
    </dgm:pt>
    <dgm:pt modelId="{CEFE9F8F-C16E-4A44-9A98-BDD57AE8C29C}" type="pres">
      <dgm:prSet presAssocID="{023D0B03-3C8A-406F-B255-FA4BC3461653}" presName="root" presStyleCnt="0">
        <dgm:presLayoutVars>
          <dgm:dir/>
          <dgm:resizeHandles val="exact"/>
        </dgm:presLayoutVars>
      </dgm:prSet>
      <dgm:spPr/>
    </dgm:pt>
    <dgm:pt modelId="{9C743EDB-276F-4B2C-885D-E84B6CC7174B}" type="pres">
      <dgm:prSet presAssocID="{839F5F14-C316-4766-AE3D-2F4DE25BE2DF}" presName="compNode" presStyleCnt="0"/>
      <dgm:spPr/>
    </dgm:pt>
    <dgm:pt modelId="{AE4D5F77-A50C-409A-A003-2A6E2D6E7ADE}" type="pres">
      <dgm:prSet presAssocID="{839F5F14-C316-4766-AE3D-2F4DE25BE2D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379EE4A9-8B76-4F9B-8683-2847B69833E7}" type="pres">
      <dgm:prSet presAssocID="{839F5F14-C316-4766-AE3D-2F4DE25BE2DF}" presName="iconSpace" presStyleCnt="0"/>
      <dgm:spPr/>
    </dgm:pt>
    <dgm:pt modelId="{1FD0E3C0-578E-43A8-8C40-4235B3FF8B1E}" type="pres">
      <dgm:prSet presAssocID="{839F5F14-C316-4766-AE3D-2F4DE25BE2DF}" presName="parTx" presStyleLbl="revTx" presStyleIdx="0" presStyleCnt="6">
        <dgm:presLayoutVars>
          <dgm:chMax val="0"/>
          <dgm:chPref val="0"/>
        </dgm:presLayoutVars>
      </dgm:prSet>
      <dgm:spPr/>
    </dgm:pt>
    <dgm:pt modelId="{6AA7853A-0C13-4017-B831-1988A3FE3B59}" type="pres">
      <dgm:prSet presAssocID="{839F5F14-C316-4766-AE3D-2F4DE25BE2DF}" presName="txSpace" presStyleCnt="0"/>
      <dgm:spPr/>
    </dgm:pt>
    <dgm:pt modelId="{0A54082C-2F9E-40BA-9ADC-F629F8F54C48}" type="pres">
      <dgm:prSet presAssocID="{839F5F14-C316-4766-AE3D-2F4DE25BE2DF}" presName="desTx" presStyleLbl="revTx" presStyleIdx="1" presStyleCnt="6">
        <dgm:presLayoutVars/>
      </dgm:prSet>
      <dgm:spPr/>
    </dgm:pt>
    <dgm:pt modelId="{C66C142F-B82E-4BFF-BA2B-A549ECE55367}" type="pres">
      <dgm:prSet presAssocID="{6C80BA87-2B30-4563-A3EC-F847B1B90599}" presName="sibTrans" presStyleCnt="0"/>
      <dgm:spPr/>
    </dgm:pt>
    <dgm:pt modelId="{840FC7CE-7662-43A2-BE29-C6AF476C375B}" type="pres">
      <dgm:prSet presAssocID="{75FD088A-050E-4741-9AD1-081DE7FCF3EA}" presName="compNode" presStyleCnt="0"/>
      <dgm:spPr/>
    </dgm:pt>
    <dgm:pt modelId="{27259C7E-570C-4018-A730-E4A44373A4B0}" type="pres">
      <dgm:prSet presAssocID="{75FD088A-050E-4741-9AD1-081DE7FCF3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486520C9-21EC-4498-8593-BE2F74049FF7}" type="pres">
      <dgm:prSet presAssocID="{75FD088A-050E-4741-9AD1-081DE7FCF3EA}" presName="iconSpace" presStyleCnt="0"/>
      <dgm:spPr/>
    </dgm:pt>
    <dgm:pt modelId="{C3BDCDE1-A7E8-45F8-8D5C-4DB42F7A5D9A}" type="pres">
      <dgm:prSet presAssocID="{75FD088A-050E-4741-9AD1-081DE7FCF3EA}" presName="parTx" presStyleLbl="revTx" presStyleIdx="2" presStyleCnt="6">
        <dgm:presLayoutVars>
          <dgm:chMax val="0"/>
          <dgm:chPref val="0"/>
        </dgm:presLayoutVars>
      </dgm:prSet>
      <dgm:spPr/>
    </dgm:pt>
    <dgm:pt modelId="{FECC83D1-CDBF-4AB7-B933-5D7D6BA4D7AB}" type="pres">
      <dgm:prSet presAssocID="{75FD088A-050E-4741-9AD1-081DE7FCF3EA}" presName="txSpace" presStyleCnt="0"/>
      <dgm:spPr/>
    </dgm:pt>
    <dgm:pt modelId="{8185EC99-4661-4F7D-B83F-053D9AFCF0C4}" type="pres">
      <dgm:prSet presAssocID="{75FD088A-050E-4741-9AD1-081DE7FCF3EA}" presName="desTx" presStyleLbl="revTx" presStyleIdx="3" presStyleCnt="6">
        <dgm:presLayoutVars/>
      </dgm:prSet>
      <dgm:spPr/>
    </dgm:pt>
    <dgm:pt modelId="{DF2A0678-73A7-489C-AA8A-BDA276EE6590}" type="pres">
      <dgm:prSet presAssocID="{132A0877-E53B-4601-A226-ABDBA6FA34C0}" presName="sibTrans" presStyleCnt="0"/>
      <dgm:spPr/>
    </dgm:pt>
    <dgm:pt modelId="{83EFDF68-7565-436B-920F-70AD45FC60E4}" type="pres">
      <dgm:prSet presAssocID="{DFDE3F07-CB27-40FC-82AF-ED08ADD185B1}" presName="compNode" presStyleCnt="0"/>
      <dgm:spPr/>
    </dgm:pt>
    <dgm:pt modelId="{D46036D3-B3C2-42EF-A0AF-6F859F4AE4DD}" type="pres">
      <dgm:prSet presAssocID="{DFDE3F07-CB27-40FC-82AF-ED08ADD185B1}" presName="iconRect" presStyleLbl="node1" presStyleIdx="2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2A780D7C-C36E-4ADB-9605-B8C3CFFA8C89}" type="pres">
      <dgm:prSet presAssocID="{DFDE3F07-CB27-40FC-82AF-ED08ADD185B1}" presName="iconSpace" presStyleCnt="0"/>
      <dgm:spPr/>
    </dgm:pt>
    <dgm:pt modelId="{17875382-FC35-4507-A247-935D29B381BA}" type="pres">
      <dgm:prSet presAssocID="{DFDE3F07-CB27-40FC-82AF-ED08ADD185B1}" presName="parTx" presStyleLbl="revTx" presStyleIdx="4" presStyleCnt="6">
        <dgm:presLayoutVars>
          <dgm:chMax val="0"/>
          <dgm:chPref val="0"/>
        </dgm:presLayoutVars>
      </dgm:prSet>
      <dgm:spPr/>
    </dgm:pt>
    <dgm:pt modelId="{59963D1C-BE6B-45DE-AD26-96ACEBCC112B}" type="pres">
      <dgm:prSet presAssocID="{DFDE3F07-CB27-40FC-82AF-ED08ADD185B1}" presName="txSpace" presStyleCnt="0"/>
      <dgm:spPr/>
    </dgm:pt>
    <dgm:pt modelId="{8BE9ED28-028A-40F6-9CF5-39AE600E4133}" type="pres">
      <dgm:prSet presAssocID="{DFDE3F07-CB27-40FC-82AF-ED08ADD185B1}" presName="desTx" presStyleLbl="revTx" presStyleIdx="5" presStyleCnt="6">
        <dgm:presLayoutVars/>
      </dgm:prSet>
      <dgm:spPr/>
    </dgm:pt>
  </dgm:ptLst>
  <dgm:cxnLst>
    <dgm:cxn modelId="{91654B00-1154-4938-ACAB-A417928A7167}" type="presOf" srcId="{ECD313CA-E6CA-435A-8560-BAB62E29FE75}" destId="{8185EC99-4661-4F7D-B83F-053D9AFCF0C4}" srcOrd="0" destOrd="1" presId="urn:microsoft.com/office/officeart/2018/5/layout/CenteredIconLabelDescriptionList"/>
    <dgm:cxn modelId="{D293E503-1165-4FE4-9B7E-D176F36A8F9B}" type="presOf" srcId="{023D0B03-3C8A-406F-B255-FA4BC3461653}" destId="{CEFE9F8F-C16E-4A44-9A98-BDD57AE8C29C}" srcOrd="0" destOrd="0" presId="urn:microsoft.com/office/officeart/2018/5/layout/CenteredIconLabelDescriptionList"/>
    <dgm:cxn modelId="{B12FA809-3C01-43C8-8C49-BB75856CA474}" type="presOf" srcId="{6DC9A15F-2316-4BBD-9EEA-B53A2A6F0583}" destId="{8BE9ED28-028A-40F6-9CF5-39AE600E4133}" srcOrd="0" destOrd="1" presId="urn:microsoft.com/office/officeart/2018/5/layout/CenteredIconLabelDescriptionList"/>
    <dgm:cxn modelId="{D400AE0A-B1B5-412A-B26C-6B4CF8EDF209}" srcId="{839F5F14-C316-4766-AE3D-2F4DE25BE2DF}" destId="{B95C6104-1D69-42A5-A312-A8969BF95CCC}" srcOrd="0" destOrd="0" parTransId="{727AC789-4EAE-4C54-AFC2-4A1FACA2807D}" sibTransId="{5A64E863-4326-40F7-8ADD-C25F48167837}"/>
    <dgm:cxn modelId="{2FFC961A-BC03-48FF-8C79-0CA69B2C635D}" srcId="{023D0B03-3C8A-406F-B255-FA4BC3461653}" destId="{DFDE3F07-CB27-40FC-82AF-ED08ADD185B1}" srcOrd="2" destOrd="0" parTransId="{6F356DE0-48DB-484A-AC0E-53A6BF26929D}" sibTransId="{ADB2FB79-AE65-49F1-87EB-5CD48B5409E1}"/>
    <dgm:cxn modelId="{08EC1522-D945-4526-81FA-3427B7FD7D00}" type="presOf" srcId="{B95C6104-1D69-42A5-A312-A8969BF95CCC}" destId="{0A54082C-2F9E-40BA-9ADC-F629F8F54C48}" srcOrd="0" destOrd="0" presId="urn:microsoft.com/office/officeart/2018/5/layout/CenteredIconLabelDescriptionList"/>
    <dgm:cxn modelId="{BBB3822F-6276-4F4F-8B3C-E760D3C25F5D}" srcId="{839F5F14-C316-4766-AE3D-2F4DE25BE2DF}" destId="{1F605C65-62D9-406B-BE05-A02820A1B4FD}" srcOrd="1" destOrd="0" parTransId="{F84E9452-5E23-4788-85FC-288573A044B6}" sibTransId="{DEBECDCC-37DC-43D0-A116-B46878209F64}"/>
    <dgm:cxn modelId="{3838AB31-21AF-4109-B10A-F7A098DE0EB9}" type="presOf" srcId="{1F605C65-62D9-406B-BE05-A02820A1B4FD}" destId="{0A54082C-2F9E-40BA-9ADC-F629F8F54C48}" srcOrd="0" destOrd="1" presId="urn:microsoft.com/office/officeart/2018/5/layout/CenteredIconLabelDescriptionList"/>
    <dgm:cxn modelId="{68388833-AF8F-47DE-8D4B-4E2AD76C217F}" type="presOf" srcId="{75FD088A-050E-4741-9AD1-081DE7FCF3EA}" destId="{C3BDCDE1-A7E8-45F8-8D5C-4DB42F7A5D9A}" srcOrd="0" destOrd="0" presId="urn:microsoft.com/office/officeart/2018/5/layout/CenteredIconLabelDescriptionList"/>
    <dgm:cxn modelId="{5E7A4F3D-34EF-46A6-89CB-5A54E95C9B3A}" type="presOf" srcId="{DFDE3F07-CB27-40FC-82AF-ED08ADD185B1}" destId="{17875382-FC35-4507-A247-935D29B381BA}" srcOrd="0" destOrd="0" presId="urn:microsoft.com/office/officeart/2018/5/layout/CenteredIconLabelDescriptionList"/>
    <dgm:cxn modelId="{305C5542-23A8-4326-8FAE-F4D8EE28575E}" srcId="{023D0B03-3C8A-406F-B255-FA4BC3461653}" destId="{75FD088A-050E-4741-9AD1-081DE7FCF3EA}" srcOrd="1" destOrd="0" parTransId="{79E5FFC9-FD1D-4543-96EA-E1F64E80068C}" sibTransId="{132A0877-E53B-4601-A226-ABDBA6FA34C0}"/>
    <dgm:cxn modelId="{75362C4D-DCCE-4067-BF8C-2A309139B468}" srcId="{023D0B03-3C8A-406F-B255-FA4BC3461653}" destId="{839F5F14-C316-4766-AE3D-2F4DE25BE2DF}" srcOrd="0" destOrd="0" parTransId="{AABAAD60-4D88-402C-BBF0-2BF28DE5C2F8}" sibTransId="{6C80BA87-2B30-4563-A3EC-F847B1B90599}"/>
    <dgm:cxn modelId="{24D59477-31BD-4656-9AC0-131AD094A9C6}" srcId="{DFDE3F07-CB27-40FC-82AF-ED08ADD185B1}" destId="{6DC9A15F-2316-4BBD-9EEA-B53A2A6F0583}" srcOrd="1" destOrd="0" parTransId="{A3E41E37-1E5D-42E5-8362-D5D340CE78CF}" sibTransId="{7A710BAF-278C-479E-8417-F3CE39B11E10}"/>
    <dgm:cxn modelId="{EE14BA7F-F735-4342-8E56-1B043438DDE1}" type="presOf" srcId="{1703C8C6-83B4-4997-A899-7411ABABAF27}" destId="{8BE9ED28-028A-40F6-9CF5-39AE600E4133}" srcOrd="0" destOrd="0" presId="urn:microsoft.com/office/officeart/2018/5/layout/CenteredIconLabelDescriptionList"/>
    <dgm:cxn modelId="{ACCD9391-9302-454C-B380-43972704AF34}" type="presOf" srcId="{839F5F14-C316-4766-AE3D-2F4DE25BE2DF}" destId="{1FD0E3C0-578E-43A8-8C40-4235B3FF8B1E}" srcOrd="0" destOrd="0" presId="urn:microsoft.com/office/officeart/2018/5/layout/CenteredIconLabelDescriptionList"/>
    <dgm:cxn modelId="{694B88A0-9962-4D89-A0F2-A493B07F4672}" srcId="{DFDE3F07-CB27-40FC-82AF-ED08ADD185B1}" destId="{1703C8C6-83B4-4997-A899-7411ABABAF27}" srcOrd="0" destOrd="0" parTransId="{1CE85599-13E8-489E-B08C-969A70E57C3E}" sibTransId="{DDA60A0E-4797-4B8C-BB51-C80B86217483}"/>
    <dgm:cxn modelId="{834B65CD-FFCE-4D59-AD87-1F2AD246AAC7}" type="presOf" srcId="{C5287F0C-284A-445F-91CE-2B5A88676EE1}" destId="{8185EC99-4661-4F7D-B83F-053D9AFCF0C4}" srcOrd="0" destOrd="0" presId="urn:microsoft.com/office/officeart/2018/5/layout/CenteredIconLabelDescriptionList"/>
    <dgm:cxn modelId="{A0F1FFCE-701B-43B6-BB8D-15A844074321}" srcId="{75FD088A-050E-4741-9AD1-081DE7FCF3EA}" destId="{ECD313CA-E6CA-435A-8560-BAB62E29FE75}" srcOrd="1" destOrd="0" parTransId="{91C76CD4-0EDF-45A3-9E0F-2FA289D85458}" sibTransId="{B7EFB5BD-A77F-4E15-9AC6-CD01478E59B2}"/>
    <dgm:cxn modelId="{1068D9DB-8EF7-439D-8AD4-D6626B5F9A7C}" srcId="{75FD088A-050E-4741-9AD1-081DE7FCF3EA}" destId="{C5287F0C-284A-445F-91CE-2B5A88676EE1}" srcOrd="0" destOrd="0" parTransId="{B9C63780-4FAE-468F-B195-14B47F27CADA}" sibTransId="{0F7B0D53-C893-4E79-B237-F83675161307}"/>
    <dgm:cxn modelId="{223B0696-A897-4A15-88C4-3D5CE20C0383}" type="presParOf" srcId="{CEFE9F8F-C16E-4A44-9A98-BDD57AE8C29C}" destId="{9C743EDB-276F-4B2C-885D-E84B6CC7174B}" srcOrd="0" destOrd="0" presId="urn:microsoft.com/office/officeart/2018/5/layout/CenteredIconLabelDescriptionList"/>
    <dgm:cxn modelId="{267B3C58-FAB5-4A35-A1F9-D5EADA2E4A38}" type="presParOf" srcId="{9C743EDB-276F-4B2C-885D-E84B6CC7174B}" destId="{AE4D5F77-A50C-409A-A003-2A6E2D6E7ADE}" srcOrd="0" destOrd="0" presId="urn:microsoft.com/office/officeart/2018/5/layout/CenteredIconLabelDescriptionList"/>
    <dgm:cxn modelId="{BC4F09C1-D967-44F2-9705-A0024506CC5B}" type="presParOf" srcId="{9C743EDB-276F-4B2C-885D-E84B6CC7174B}" destId="{379EE4A9-8B76-4F9B-8683-2847B69833E7}" srcOrd="1" destOrd="0" presId="urn:microsoft.com/office/officeart/2018/5/layout/CenteredIconLabelDescriptionList"/>
    <dgm:cxn modelId="{A74EF7F8-DED7-4835-B6AF-06285A242B0B}" type="presParOf" srcId="{9C743EDB-276F-4B2C-885D-E84B6CC7174B}" destId="{1FD0E3C0-578E-43A8-8C40-4235B3FF8B1E}" srcOrd="2" destOrd="0" presId="urn:microsoft.com/office/officeart/2018/5/layout/CenteredIconLabelDescriptionList"/>
    <dgm:cxn modelId="{E4A1A547-5D3A-42D6-A1B9-F6E555693144}" type="presParOf" srcId="{9C743EDB-276F-4B2C-885D-E84B6CC7174B}" destId="{6AA7853A-0C13-4017-B831-1988A3FE3B59}" srcOrd="3" destOrd="0" presId="urn:microsoft.com/office/officeart/2018/5/layout/CenteredIconLabelDescriptionList"/>
    <dgm:cxn modelId="{B7F66508-8AE8-402D-AA78-590E5339A2B7}" type="presParOf" srcId="{9C743EDB-276F-4B2C-885D-E84B6CC7174B}" destId="{0A54082C-2F9E-40BA-9ADC-F629F8F54C48}" srcOrd="4" destOrd="0" presId="urn:microsoft.com/office/officeart/2018/5/layout/CenteredIconLabelDescriptionList"/>
    <dgm:cxn modelId="{8F6539EC-0285-424C-AFB1-C37F506891CC}" type="presParOf" srcId="{CEFE9F8F-C16E-4A44-9A98-BDD57AE8C29C}" destId="{C66C142F-B82E-4BFF-BA2B-A549ECE55367}" srcOrd="1" destOrd="0" presId="urn:microsoft.com/office/officeart/2018/5/layout/CenteredIconLabelDescriptionList"/>
    <dgm:cxn modelId="{A265EB6C-8C55-419C-8F09-B6ABC35B97DB}" type="presParOf" srcId="{CEFE9F8F-C16E-4A44-9A98-BDD57AE8C29C}" destId="{840FC7CE-7662-43A2-BE29-C6AF476C375B}" srcOrd="2" destOrd="0" presId="urn:microsoft.com/office/officeart/2018/5/layout/CenteredIconLabelDescriptionList"/>
    <dgm:cxn modelId="{AF909885-C12B-4CD4-A1C9-DC019BA0BC0A}" type="presParOf" srcId="{840FC7CE-7662-43A2-BE29-C6AF476C375B}" destId="{27259C7E-570C-4018-A730-E4A44373A4B0}" srcOrd="0" destOrd="0" presId="urn:microsoft.com/office/officeart/2018/5/layout/CenteredIconLabelDescriptionList"/>
    <dgm:cxn modelId="{DC9D1266-24A8-44DD-B8C1-B5B556D43F38}" type="presParOf" srcId="{840FC7CE-7662-43A2-BE29-C6AF476C375B}" destId="{486520C9-21EC-4498-8593-BE2F74049FF7}" srcOrd="1" destOrd="0" presId="urn:microsoft.com/office/officeart/2018/5/layout/CenteredIconLabelDescriptionList"/>
    <dgm:cxn modelId="{F2858ADE-A66B-44A1-8FB3-42E3CA816920}" type="presParOf" srcId="{840FC7CE-7662-43A2-BE29-C6AF476C375B}" destId="{C3BDCDE1-A7E8-45F8-8D5C-4DB42F7A5D9A}" srcOrd="2" destOrd="0" presId="urn:microsoft.com/office/officeart/2018/5/layout/CenteredIconLabelDescriptionList"/>
    <dgm:cxn modelId="{71F393C0-83D6-4611-9E66-29DA49129588}" type="presParOf" srcId="{840FC7CE-7662-43A2-BE29-C6AF476C375B}" destId="{FECC83D1-CDBF-4AB7-B933-5D7D6BA4D7AB}" srcOrd="3" destOrd="0" presId="urn:microsoft.com/office/officeart/2018/5/layout/CenteredIconLabelDescriptionList"/>
    <dgm:cxn modelId="{C9919DAA-FB9F-4251-921A-5FED17F603D7}" type="presParOf" srcId="{840FC7CE-7662-43A2-BE29-C6AF476C375B}" destId="{8185EC99-4661-4F7D-B83F-053D9AFCF0C4}" srcOrd="4" destOrd="0" presId="urn:microsoft.com/office/officeart/2018/5/layout/CenteredIconLabelDescriptionList"/>
    <dgm:cxn modelId="{38F642CF-E891-40CC-851F-4B25F837ACE5}" type="presParOf" srcId="{CEFE9F8F-C16E-4A44-9A98-BDD57AE8C29C}" destId="{DF2A0678-73A7-489C-AA8A-BDA276EE6590}" srcOrd="3" destOrd="0" presId="urn:microsoft.com/office/officeart/2018/5/layout/CenteredIconLabelDescriptionList"/>
    <dgm:cxn modelId="{0FCC1784-2F2B-486A-B58E-DE30557CAC8F}" type="presParOf" srcId="{CEFE9F8F-C16E-4A44-9A98-BDD57AE8C29C}" destId="{83EFDF68-7565-436B-920F-70AD45FC60E4}" srcOrd="4" destOrd="0" presId="urn:microsoft.com/office/officeart/2018/5/layout/CenteredIconLabelDescriptionList"/>
    <dgm:cxn modelId="{A0FB7F8C-8EE8-4A11-847F-39EA63E86C79}" type="presParOf" srcId="{83EFDF68-7565-436B-920F-70AD45FC60E4}" destId="{D46036D3-B3C2-42EF-A0AF-6F859F4AE4DD}" srcOrd="0" destOrd="0" presId="urn:microsoft.com/office/officeart/2018/5/layout/CenteredIconLabelDescriptionList"/>
    <dgm:cxn modelId="{717BA45D-DAD1-4048-89E7-198F62324249}" type="presParOf" srcId="{83EFDF68-7565-436B-920F-70AD45FC60E4}" destId="{2A780D7C-C36E-4ADB-9605-B8C3CFFA8C89}" srcOrd="1" destOrd="0" presId="urn:microsoft.com/office/officeart/2018/5/layout/CenteredIconLabelDescriptionList"/>
    <dgm:cxn modelId="{28DF111F-E535-4DAF-A136-090EBC5E9B46}" type="presParOf" srcId="{83EFDF68-7565-436B-920F-70AD45FC60E4}" destId="{17875382-FC35-4507-A247-935D29B381BA}" srcOrd="2" destOrd="0" presId="urn:microsoft.com/office/officeart/2018/5/layout/CenteredIconLabelDescriptionList"/>
    <dgm:cxn modelId="{992F60E9-5ECC-466E-9751-4B2754115E47}" type="presParOf" srcId="{83EFDF68-7565-436B-920F-70AD45FC60E4}" destId="{59963D1C-BE6B-45DE-AD26-96ACEBCC112B}" srcOrd="3" destOrd="0" presId="urn:microsoft.com/office/officeart/2018/5/layout/CenteredIconLabelDescriptionList"/>
    <dgm:cxn modelId="{24FF13DD-F75A-4986-B137-919047CAE298}" type="presParOf" srcId="{83EFDF68-7565-436B-920F-70AD45FC60E4}" destId="{8BE9ED28-028A-40F6-9CF5-39AE600E413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26407F-8FD1-43C0-9819-7B7C8C93394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2E2704A-F0DC-430E-B3AE-9152F9979D8C}">
      <dgm:prSet/>
      <dgm:spPr/>
      <dgm:t>
        <a:bodyPr/>
        <a:lstStyle/>
        <a:p>
          <a:r>
            <a:rPr lang="en-US" b="1"/>
            <a:t>Trim Selected Text:</a:t>
          </a:r>
          <a:endParaRPr lang="en-US"/>
        </a:p>
      </dgm:t>
    </dgm:pt>
    <dgm:pt modelId="{3FF5ACB8-2A8F-4F82-BDFE-3D4010558149}" type="parTrans" cxnId="{33AF4076-E702-4F55-B8DA-46B196B6A7A6}">
      <dgm:prSet/>
      <dgm:spPr/>
      <dgm:t>
        <a:bodyPr/>
        <a:lstStyle/>
        <a:p>
          <a:endParaRPr lang="en-US"/>
        </a:p>
      </dgm:t>
    </dgm:pt>
    <dgm:pt modelId="{95395040-48D6-46F4-AB9B-7E6E493AEB3B}" type="sibTrans" cxnId="{33AF4076-E702-4F55-B8DA-46B196B6A7A6}">
      <dgm:prSet/>
      <dgm:spPr/>
      <dgm:t>
        <a:bodyPr/>
        <a:lstStyle/>
        <a:p>
          <a:endParaRPr lang="en-US"/>
        </a:p>
      </dgm:t>
    </dgm:pt>
    <dgm:pt modelId="{52CC7B62-B1A0-45BE-8BD8-1215E7AE2B85}">
      <dgm:prSet/>
      <dgm:spPr/>
      <dgm:t>
        <a:bodyPr/>
        <a:lstStyle/>
        <a:p>
          <a:r>
            <a:rPr lang="en-US"/>
            <a:t>Advanced cleaning: Removes leading, trailing, and extra spaces.</a:t>
          </a:r>
        </a:p>
      </dgm:t>
    </dgm:pt>
    <dgm:pt modelId="{43DAE73B-8AFA-41BB-B09D-035F4113D945}" type="parTrans" cxnId="{3673FA10-5A7F-456F-8596-7D1DAD0863AE}">
      <dgm:prSet/>
      <dgm:spPr/>
      <dgm:t>
        <a:bodyPr/>
        <a:lstStyle/>
        <a:p>
          <a:endParaRPr lang="en-US"/>
        </a:p>
      </dgm:t>
    </dgm:pt>
    <dgm:pt modelId="{F5528A03-61EA-4117-912A-44CAF451270B}" type="sibTrans" cxnId="{3673FA10-5A7F-456F-8596-7D1DAD0863AE}">
      <dgm:prSet/>
      <dgm:spPr/>
      <dgm:t>
        <a:bodyPr/>
        <a:lstStyle/>
        <a:p>
          <a:endParaRPr lang="en-US"/>
        </a:p>
      </dgm:t>
    </dgm:pt>
    <dgm:pt modelId="{15B74AFE-F59F-491C-8432-D9E3B43C15F8}">
      <dgm:prSet/>
      <dgm:spPr/>
      <dgm:t>
        <a:bodyPr/>
        <a:lstStyle/>
        <a:p>
          <a:r>
            <a:rPr lang="en-US" i="1"/>
            <a:t>Benefit:</a:t>
          </a:r>
          <a:r>
            <a:rPr lang="en-US"/>
            <a:t> Fixes "VLOOKUP errors" caused by ghost spaces.</a:t>
          </a:r>
        </a:p>
      </dgm:t>
    </dgm:pt>
    <dgm:pt modelId="{85617CCB-35E9-4213-8B43-C904C62EAA96}" type="parTrans" cxnId="{28DB9DBB-477D-463F-B564-75328611620A}">
      <dgm:prSet/>
      <dgm:spPr/>
      <dgm:t>
        <a:bodyPr/>
        <a:lstStyle/>
        <a:p>
          <a:endParaRPr lang="en-US"/>
        </a:p>
      </dgm:t>
    </dgm:pt>
    <dgm:pt modelId="{40D09E4B-E945-45FF-B148-B3A06598B35E}" type="sibTrans" cxnId="{28DB9DBB-477D-463F-B564-75328611620A}">
      <dgm:prSet/>
      <dgm:spPr/>
      <dgm:t>
        <a:bodyPr/>
        <a:lstStyle/>
        <a:p>
          <a:endParaRPr lang="en-US"/>
        </a:p>
      </dgm:t>
    </dgm:pt>
    <dgm:pt modelId="{C23437F9-0D25-43B2-92DE-4AAB7E240AAB}">
      <dgm:prSet/>
      <dgm:spPr/>
      <dgm:t>
        <a:bodyPr/>
        <a:lstStyle/>
        <a:p>
          <a:r>
            <a:rPr lang="en-US" b="1"/>
            <a:t>Fill Blanks:</a:t>
          </a:r>
          <a:endParaRPr lang="en-US"/>
        </a:p>
      </dgm:t>
    </dgm:pt>
    <dgm:pt modelId="{5B10A514-4270-451A-B7ED-16E3F1730E73}" type="parTrans" cxnId="{FBC056FB-03E0-41D3-9AB8-0208048BF25D}">
      <dgm:prSet/>
      <dgm:spPr/>
      <dgm:t>
        <a:bodyPr/>
        <a:lstStyle/>
        <a:p>
          <a:endParaRPr lang="en-US"/>
        </a:p>
      </dgm:t>
    </dgm:pt>
    <dgm:pt modelId="{0CA68B4A-ED59-417F-9679-9EED760C507A}" type="sibTrans" cxnId="{FBC056FB-03E0-41D3-9AB8-0208048BF25D}">
      <dgm:prSet/>
      <dgm:spPr/>
      <dgm:t>
        <a:bodyPr/>
        <a:lstStyle/>
        <a:p>
          <a:endParaRPr lang="en-US"/>
        </a:p>
      </dgm:t>
    </dgm:pt>
    <dgm:pt modelId="{75FC7540-8987-4949-B747-BB8F7315A359}">
      <dgm:prSet/>
      <dgm:spPr/>
      <dgm:t>
        <a:bodyPr/>
        <a:lstStyle/>
        <a:p>
          <a:r>
            <a:rPr lang="en-US"/>
            <a:t>Instantly fill empty cells with default values (e.g., "0", "NA") or previous values.</a:t>
          </a:r>
        </a:p>
      </dgm:t>
    </dgm:pt>
    <dgm:pt modelId="{45136518-5A98-45C6-BE85-0024287663B5}" type="parTrans" cxnId="{8A0F6DA0-4E95-4CCD-92E6-1174B9668FB6}">
      <dgm:prSet/>
      <dgm:spPr/>
      <dgm:t>
        <a:bodyPr/>
        <a:lstStyle/>
        <a:p>
          <a:endParaRPr lang="en-US"/>
        </a:p>
      </dgm:t>
    </dgm:pt>
    <dgm:pt modelId="{BF58E65F-35DA-4945-8435-372DECD3F621}" type="sibTrans" cxnId="{8A0F6DA0-4E95-4CCD-92E6-1174B9668FB6}">
      <dgm:prSet/>
      <dgm:spPr/>
      <dgm:t>
        <a:bodyPr/>
        <a:lstStyle/>
        <a:p>
          <a:endParaRPr lang="en-US"/>
        </a:p>
      </dgm:t>
    </dgm:pt>
    <dgm:pt modelId="{87CFA340-21BC-45C1-AF83-6A5F097240DB}">
      <dgm:prSet/>
      <dgm:spPr/>
      <dgm:t>
        <a:bodyPr/>
        <a:lstStyle/>
        <a:p>
          <a:r>
            <a:rPr lang="en-US" i="1"/>
            <a:t>Benefit:</a:t>
          </a:r>
          <a:r>
            <a:rPr lang="en-US"/>
            <a:t> Prepares data for Pivot Tables and reporting.</a:t>
          </a:r>
        </a:p>
      </dgm:t>
    </dgm:pt>
    <dgm:pt modelId="{3F95136B-977F-4261-838D-A1CAB0496E0F}" type="parTrans" cxnId="{B0B23567-238D-4F54-A38D-A75696D9219C}">
      <dgm:prSet/>
      <dgm:spPr/>
      <dgm:t>
        <a:bodyPr/>
        <a:lstStyle/>
        <a:p>
          <a:endParaRPr lang="en-US"/>
        </a:p>
      </dgm:t>
    </dgm:pt>
    <dgm:pt modelId="{79AC019C-95B9-4FE9-803D-9AA78FE15EF2}" type="sibTrans" cxnId="{B0B23567-238D-4F54-A38D-A75696D9219C}">
      <dgm:prSet/>
      <dgm:spPr/>
      <dgm:t>
        <a:bodyPr/>
        <a:lstStyle/>
        <a:p>
          <a:endParaRPr lang="en-US"/>
        </a:p>
      </dgm:t>
    </dgm:pt>
    <dgm:pt modelId="{D7E351EE-A8E9-442D-9B38-A9A335478CDC}">
      <dgm:prSet/>
      <dgm:spPr/>
      <dgm:t>
        <a:bodyPr/>
        <a:lstStyle/>
        <a:p>
          <a:r>
            <a:rPr lang="en-US" b="1"/>
            <a:t>Fill Random Num / Text:</a:t>
          </a:r>
          <a:endParaRPr lang="en-US"/>
        </a:p>
      </dgm:t>
    </dgm:pt>
    <dgm:pt modelId="{7809A39F-F89A-4383-AB18-3D97A3844D93}" type="parTrans" cxnId="{980C6039-827C-4A3F-9A0D-61514C075A44}">
      <dgm:prSet/>
      <dgm:spPr/>
      <dgm:t>
        <a:bodyPr/>
        <a:lstStyle/>
        <a:p>
          <a:endParaRPr lang="en-US"/>
        </a:p>
      </dgm:t>
    </dgm:pt>
    <dgm:pt modelId="{F5F13894-D87D-4935-B727-BF04C27EC29B}" type="sibTrans" cxnId="{980C6039-827C-4A3F-9A0D-61514C075A44}">
      <dgm:prSet/>
      <dgm:spPr/>
      <dgm:t>
        <a:bodyPr/>
        <a:lstStyle/>
        <a:p>
          <a:endParaRPr lang="en-US"/>
        </a:p>
      </dgm:t>
    </dgm:pt>
    <dgm:pt modelId="{182877E5-4CD6-48A0-BEB4-3393D076884A}">
      <dgm:prSet/>
      <dgm:spPr/>
      <dgm:t>
        <a:bodyPr/>
        <a:lstStyle/>
        <a:p>
          <a:r>
            <a:rPr lang="en-US"/>
            <a:t>Generate dummy data for testing or modeling.</a:t>
          </a:r>
        </a:p>
      </dgm:t>
    </dgm:pt>
    <dgm:pt modelId="{6650F789-3DA3-4671-B43F-AB29E9E2BCC5}" type="parTrans" cxnId="{4DE84AF3-5894-4410-BBDD-65FAA8DB4FFA}">
      <dgm:prSet/>
      <dgm:spPr/>
      <dgm:t>
        <a:bodyPr/>
        <a:lstStyle/>
        <a:p>
          <a:endParaRPr lang="en-US"/>
        </a:p>
      </dgm:t>
    </dgm:pt>
    <dgm:pt modelId="{2936D8CF-B14F-4B56-A592-E7D8CC370DDB}" type="sibTrans" cxnId="{4DE84AF3-5894-4410-BBDD-65FAA8DB4FFA}">
      <dgm:prSet/>
      <dgm:spPr/>
      <dgm:t>
        <a:bodyPr/>
        <a:lstStyle/>
        <a:p>
          <a:endParaRPr lang="en-US"/>
        </a:p>
      </dgm:t>
    </dgm:pt>
    <dgm:pt modelId="{918860FE-A96F-47A9-B60D-9F6BCCDC2179}">
      <dgm:prSet/>
      <dgm:spPr/>
      <dgm:t>
        <a:bodyPr/>
        <a:lstStyle/>
        <a:p>
          <a:r>
            <a:rPr lang="en-US" i="1"/>
            <a:t>Benefit:</a:t>
          </a:r>
          <a:r>
            <a:rPr lang="en-US"/>
            <a:t> Rapidly create datasets for practice or prototyping.</a:t>
          </a:r>
        </a:p>
      </dgm:t>
    </dgm:pt>
    <dgm:pt modelId="{7F01BB76-CB8D-496F-9AB8-D6429A1096DA}" type="parTrans" cxnId="{E531FA58-3535-48D6-B732-10A254B50639}">
      <dgm:prSet/>
      <dgm:spPr/>
      <dgm:t>
        <a:bodyPr/>
        <a:lstStyle/>
        <a:p>
          <a:endParaRPr lang="en-US"/>
        </a:p>
      </dgm:t>
    </dgm:pt>
    <dgm:pt modelId="{CC1512C0-D7A5-4A2B-9CD9-4196F723C3C3}" type="sibTrans" cxnId="{E531FA58-3535-48D6-B732-10A254B50639}">
      <dgm:prSet/>
      <dgm:spPr/>
      <dgm:t>
        <a:bodyPr/>
        <a:lstStyle/>
        <a:p>
          <a:endParaRPr lang="en-US"/>
        </a:p>
      </dgm:t>
    </dgm:pt>
    <dgm:pt modelId="{7FDBC6D3-96CA-49C5-8983-CAACF51FD026}" type="pres">
      <dgm:prSet presAssocID="{3326407F-8FD1-43C0-9819-7B7C8C933946}" presName="linear" presStyleCnt="0">
        <dgm:presLayoutVars>
          <dgm:dir/>
          <dgm:animLvl val="lvl"/>
          <dgm:resizeHandles val="exact"/>
        </dgm:presLayoutVars>
      </dgm:prSet>
      <dgm:spPr/>
    </dgm:pt>
    <dgm:pt modelId="{C90AF050-7016-45B8-A1BA-9E32C548F33A}" type="pres">
      <dgm:prSet presAssocID="{42E2704A-F0DC-430E-B3AE-9152F9979D8C}" presName="parentLin" presStyleCnt="0"/>
      <dgm:spPr/>
    </dgm:pt>
    <dgm:pt modelId="{8F29ED2D-C101-43F1-8EC2-9694CFED4DE2}" type="pres">
      <dgm:prSet presAssocID="{42E2704A-F0DC-430E-B3AE-9152F9979D8C}" presName="parentLeftMargin" presStyleLbl="node1" presStyleIdx="0" presStyleCnt="3"/>
      <dgm:spPr/>
    </dgm:pt>
    <dgm:pt modelId="{88FC0D71-D516-4106-A476-52F43FC2D83C}" type="pres">
      <dgm:prSet presAssocID="{42E2704A-F0DC-430E-B3AE-9152F9979D8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08B79E-C30D-4E22-B13B-A48B706517E5}" type="pres">
      <dgm:prSet presAssocID="{42E2704A-F0DC-430E-B3AE-9152F9979D8C}" presName="negativeSpace" presStyleCnt="0"/>
      <dgm:spPr/>
    </dgm:pt>
    <dgm:pt modelId="{4051E3FD-01EF-404D-A6C9-EE0C4C501787}" type="pres">
      <dgm:prSet presAssocID="{42E2704A-F0DC-430E-B3AE-9152F9979D8C}" presName="childText" presStyleLbl="conFgAcc1" presStyleIdx="0" presStyleCnt="3">
        <dgm:presLayoutVars>
          <dgm:bulletEnabled val="1"/>
        </dgm:presLayoutVars>
      </dgm:prSet>
      <dgm:spPr/>
    </dgm:pt>
    <dgm:pt modelId="{488C79F7-2843-4B78-80B9-CDEF3E45794B}" type="pres">
      <dgm:prSet presAssocID="{95395040-48D6-46F4-AB9B-7E6E493AEB3B}" presName="spaceBetweenRectangles" presStyleCnt="0"/>
      <dgm:spPr/>
    </dgm:pt>
    <dgm:pt modelId="{02C3F59E-6661-4109-8472-D36CFCF5CB70}" type="pres">
      <dgm:prSet presAssocID="{C23437F9-0D25-43B2-92DE-4AAB7E240AAB}" presName="parentLin" presStyleCnt="0"/>
      <dgm:spPr/>
    </dgm:pt>
    <dgm:pt modelId="{04A49A2E-D7C9-4836-B0A5-0AA579F90C74}" type="pres">
      <dgm:prSet presAssocID="{C23437F9-0D25-43B2-92DE-4AAB7E240AAB}" presName="parentLeftMargin" presStyleLbl="node1" presStyleIdx="0" presStyleCnt="3"/>
      <dgm:spPr/>
    </dgm:pt>
    <dgm:pt modelId="{BF1E3287-3DEC-42AC-8963-7361F705C011}" type="pres">
      <dgm:prSet presAssocID="{C23437F9-0D25-43B2-92DE-4AAB7E240A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CC32536-CFE5-45DE-B434-9B22CCD806B8}" type="pres">
      <dgm:prSet presAssocID="{C23437F9-0D25-43B2-92DE-4AAB7E240AAB}" presName="negativeSpace" presStyleCnt="0"/>
      <dgm:spPr/>
    </dgm:pt>
    <dgm:pt modelId="{493CFB2A-C436-43CA-A762-D45D1AB0D044}" type="pres">
      <dgm:prSet presAssocID="{C23437F9-0D25-43B2-92DE-4AAB7E240AAB}" presName="childText" presStyleLbl="conFgAcc1" presStyleIdx="1" presStyleCnt="3">
        <dgm:presLayoutVars>
          <dgm:bulletEnabled val="1"/>
        </dgm:presLayoutVars>
      </dgm:prSet>
      <dgm:spPr/>
    </dgm:pt>
    <dgm:pt modelId="{AE05D8F5-169A-45A0-A72B-C78319BE3BFE}" type="pres">
      <dgm:prSet presAssocID="{0CA68B4A-ED59-417F-9679-9EED760C507A}" presName="spaceBetweenRectangles" presStyleCnt="0"/>
      <dgm:spPr/>
    </dgm:pt>
    <dgm:pt modelId="{7272D68B-CA84-4DE8-B930-8A7F476E9A2A}" type="pres">
      <dgm:prSet presAssocID="{D7E351EE-A8E9-442D-9B38-A9A335478CDC}" presName="parentLin" presStyleCnt="0"/>
      <dgm:spPr/>
    </dgm:pt>
    <dgm:pt modelId="{018BF1F9-AE5F-40AB-A3AB-9AA19B27BD59}" type="pres">
      <dgm:prSet presAssocID="{D7E351EE-A8E9-442D-9B38-A9A335478CDC}" presName="parentLeftMargin" presStyleLbl="node1" presStyleIdx="1" presStyleCnt="3"/>
      <dgm:spPr/>
    </dgm:pt>
    <dgm:pt modelId="{A8021F56-A005-43BF-87DE-856641C119E0}" type="pres">
      <dgm:prSet presAssocID="{D7E351EE-A8E9-442D-9B38-A9A335478CD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30CE8F4-12E0-48EC-8BF7-8295BD10CABA}" type="pres">
      <dgm:prSet presAssocID="{D7E351EE-A8E9-442D-9B38-A9A335478CDC}" presName="negativeSpace" presStyleCnt="0"/>
      <dgm:spPr/>
    </dgm:pt>
    <dgm:pt modelId="{F9DBAE58-A400-4F77-B091-2366F5C7677C}" type="pres">
      <dgm:prSet presAssocID="{D7E351EE-A8E9-442D-9B38-A9A335478CD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2149109-AD49-454B-9665-5D3BE5574741}" type="presOf" srcId="{3326407F-8FD1-43C0-9819-7B7C8C933946}" destId="{7FDBC6D3-96CA-49C5-8983-CAACF51FD026}" srcOrd="0" destOrd="0" presId="urn:microsoft.com/office/officeart/2005/8/layout/list1"/>
    <dgm:cxn modelId="{E5FEA90C-06FD-4407-9CFD-49FE88791E5F}" type="presOf" srcId="{C23437F9-0D25-43B2-92DE-4AAB7E240AAB}" destId="{04A49A2E-D7C9-4836-B0A5-0AA579F90C74}" srcOrd="0" destOrd="0" presId="urn:microsoft.com/office/officeart/2005/8/layout/list1"/>
    <dgm:cxn modelId="{3673FA10-5A7F-456F-8596-7D1DAD0863AE}" srcId="{42E2704A-F0DC-430E-B3AE-9152F9979D8C}" destId="{52CC7B62-B1A0-45BE-8BD8-1215E7AE2B85}" srcOrd="0" destOrd="0" parTransId="{43DAE73B-8AFA-41BB-B09D-035F4113D945}" sibTransId="{F5528A03-61EA-4117-912A-44CAF451270B}"/>
    <dgm:cxn modelId="{980C6039-827C-4A3F-9A0D-61514C075A44}" srcId="{3326407F-8FD1-43C0-9819-7B7C8C933946}" destId="{D7E351EE-A8E9-442D-9B38-A9A335478CDC}" srcOrd="2" destOrd="0" parTransId="{7809A39F-F89A-4383-AB18-3D97A3844D93}" sibTransId="{F5F13894-D87D-4935-B727-BF04C27EC29B}"/>
    <dgm:cxn modelId="{0C0E4860-8D16-4A51-B084-AF090859480C}" type="presOf" srcId="{42E2704A-F0DC-430E-B3AE-9152F9979D8C}" destId="{88FC0D71-D516-4106-A476-52F43FC2D83C}" srcOrd="1" destOrd="0" presId="urn:microsoft.com/office/officeart/2005/8/layout/list1"/>
    <dgm:cxn modelId="{B0B23567-238D-4F54-A38D-A75696D9219C}" srcId="{C23437F9-0D25-43B2-92DE-4AAB7E240AAB}" destId="{87CFA340-21BC-45C1-AF83-6A5F097240DB}" srcOrd="1" destOrd="0" parTransId="{3F95136B-977F-4261-838D-A1CAB0496E0F}" sibTransId="{79AC019C-95B9-4FE9-803D-9AA78FE15EF2}"/>
    <dgm:cxn modelId="{3F32174E-257B-48ED-9CE0-59AE6B5EA628}" type="presOf" srcId="{15B74AFE-F59F-491C-8432-D9E3B43C15F8}" destId="{4051E3FD-01EF-404D-A6C9-EE0C4C501787}" srcOrd="0" destOrd="1" presId="urn:microsoft.com/office/officeart/2005/8/layout/list1"/>
    <dgm:cxn modelId="{33AF4076-E702-4F55-B8DA-46B196B6A7A6}" srcId="{3326407F-8FD1-43C0-9819-7B7C8C933946}" destId="{42E2704A-F0DC-430E-B3AE-9152F9979D8C}" srcOrd="0" destOrd="0" parTransId="{3FF5ACB8-2A8F-4F82-BDFE-3D4010558149}" sibTransId="{95395040-48D6-46F4-AB9B-7E6E493AEB3B}"/>
    <dgm:cxn modelId="{8B8B2D58-ACB2-4563-BD8E-988E845AA7ED}" type="presOf" srcId="{182877E5-4CD6-48A0-BEB4-3393D076884A}" destId="{F9DBAE58-A400-4F77-B091-2366F5C7677C}" srcOrd="0" destOrd="0" presId="urn:microsoft.com/office/officeart/2005/8/layout/list1"/>
    <dgm:cxn modelId="{E531FA58-3535-48D6-B732-10A254B50639}" srcId="{D7E351EE-A8E9-442D-9B38-A9A335478CDC}" destId="{918860FE-A96F-47A9-B60D-9F6BCCDC2179}" srcOrd="1" destOrd="0" parTransId="{7F01BB76-CB8D-496F-9AB8-D6429A1096DA}" sibTransId="{CC1512C0-D7A5-4A2B-9CD9-4196F723C3C3}"/>
    <dgm:cxn modelId="{4AD0FD7C-A28D-4A9C-A655-9D8B6892EFCB}" type="presOf" srcId="{52CC7B62-B1A0-45BE-8BD8-1215E7AE2B85}" destId="{4051E3FD-01EF-404D-A6C9-EE0C4C501787}" srcOrd="0" destOrd="0" presId="urn:microsoft.com/office/officeart/2005/8/layout/list1"/>
    <dgm:cxn modelId="{8A0F6DA0-4E95-4CCD-92E6-1174B9668FB6}" srcId="{C23437F9-0D25-43B2-92DE-4AAB7E240AAB}" destId="{75FC7540-8987-4949-B747-BB8F7315A359}" srcOrd="0" destOrd="0" parTransId="{45136518-5A98-45C6-BE85-0024287663B5}" sibTransId="{BF58E65F-35DA-4945-8435-372DECD3F621}"/>
    <dgm:cxn modelId="{179608A2-5209-4F66-B115-38910CEFE15B}" type="presOf" srcId="{D7E351EE-A8E9-442D-9B38-A9A335478CDC}" destId="{018BF1F9-AE5F-40AB-A3AB-9AA19B27BD59}" srcOrd="0" destOrd="0" presId="urn:microsoft.com/office/officeart/2005/8/layout/list1"/>
    <dgm:cxn modelId="{CFA414A6-EBB2-4A47-8A21-6102E50B4C61}" type="presOf" srcId="{C23437F9-0D25-43B2-92DE-4AAB7E240AAB}" destId="{BF1E3287-3DEC-42AC-8963-7361F705C011}" srcOrd="1" destOrd="0" presId="urn:microsoft.com/office/officeart/2005/8/layout/list1"/>
    <dgm:cxn modelId="{3C6FDCAC-2488-42E1-84CA-AA51A39348FC}" type="presOf" srcId="{87CFA340-21BC-45C1-AF83-6A5F097240DB}" destId="{493CFB2A-C436-43CA-A762-D45D1AB0D044}" srcOrd="0" destOrd="1" presId="urn:microsoft.com/office/officeart/2005/8/layout/list1"/>
    <dgm:cxn modelId="{28DB9DBB-477D-463F-B564-75328611620A}" srcId="{42E2704A-F0DC-430E-B3AE-9152F9979D8C}" destId="{15B74AFE-F59F-491C-8432-D9E3B43C15F8}" srcOrd="1" destOrd="0" parTransId="{85617CCB-35E9-4213-8B43-C904C62EAA96}" sibTransId="{40D09E4B-E945-45FF-B148-B3A06598B35E}"/>
    <dgm:cxn modelId="{C29876DB-1DD0-4B6C-AA1B-AB838E523AE7}" type="presOf" srcId="{42E2704A-F0DC-430E-B3AE-9152F9979D8C}" destId="{8F29ED2D-C101-43F1-8EC2-9694CFED4DE2}" srcOrd="0" destOrd="0" presId="urn:microsoft.com/office/officeart/2005/8/layout/list1"/>
    <dgm:cxn modelId="{2C2BC5EC-9D98-4EB8-A78C-74AB16369091}" type="presOf" srcId="{75FC7540-8987-4949-B747-BB8F7315A359}" destId="{493CFB2A-C436-43CA-A762-D45D1AB0D044}" srcOrd="0" destOrd="0" presId="urn:microsoft.com/office/officeart/2005/8/layout/list1"/>
    <dgm:cxn modelId="{030C40EF-DEB9-4200-9674-08478E0AE8E5}" type="presOf" srcId="{D7E351EE-A8E9-442D-9B38-A9A335478CDC}" destId="{A8021F56-A005-43BF-87DE-856641C119E0}" srcOrd="1" destOrd="0" presId="urn:microsoft.com/office/officeart/2005/8/layout/list1"/>
    <dgm:cxn modelId="{4DE84AF3-5894-4410-BBDD-65FAA8DB4FFA}" srcId="{D7E351EE-A8E9-442D-9B38-A9A335478CDC}" destId="{182877E5-4CD6-48A0-BEB4-3393D076884A}" srcOrd="0" destOrd="0" parTransId="{6650F789-3DA3-4671-B43F-AB29E9E2BCC5}" sibTransId="{2936D8CF-B14F-4B56-A592-E7D8CC370DDB}"/>
    <dgm:cxn modelId="{882D00F7-1806-4909-8119-8E37AF939F10}" type="presOf" srcId="{918860FE-A96F-47A9-B60D-9F6BCCDC2179}" destId="{F9DBAE58-A400-4F77-B091-2366F5C7677C}" srcOrd="0" destOrd="1" presId="urn:microsoft.com/office/officeart/2005/8/layout/list1"/>
    <dgm:cxn modelId="{FBC056FB-03E0-41D3-9AB8-0208048BF25D}" srcId="{3326407F-8FD1-43C0-9819-7B7C8C933946}" destId="{C23437F9-0D25-43B2-92DE-4AAB7E240AAB}" srcOrd="1" destOrd="0" parTransId="{5B10A514-4270-451A-B7ED-16E3F1730E73}" sibTransId="{0CA68B4A-ED59-417F-9679-9EED760C507A}"/>
    <dgm:cxn modelId="{BC73D457-60E5-4FBD-9E4C-796DBDFDEDEA}" type="presParOf" srcId="{7FDBC6D3-96CA-49C5-8983-CAACF51FD026}" destId="{C90AF050-7016-45B8-A1BA-9E32C548F33A}" srcOrd="0" destOrd="0" presId="urn:microsoft.com/office/officeart/2005/8/layout/list1"/>
    <dgm:cxn modelId="{40108A84-BD73-46BE-900D-0E02A53B3461}" type="presParOf" srcId="{C90AF050-7016-45B8-A1BA-9E32C548F33A}" destId="{8F29ED2D-C101-43F1-8EC2-9694CFED4DE2}" srcOrd="0" destOrd="0" presId="urn:microsoft.com/office/officeart/2005/8/layout/list1"/>
    <dgm:cxn modelId="{FDA5B023-6561-4146-8F3B-480C8C4A21BE}" type="presParOf" srcId="{C90AF050-7016-45B8-A1BA-9E32C548F33A}" destId="{88FC0D71-D516-4106-A476-52F43FC2D83C}" srcOrd="1" destOrd="0" presId="urn:microsoft.com/office/officeart/2005/8/layout/list1"/>
    <dgm:cxn modelId="{D12886C6-1969-43C7-AD1F-E3759306914E}" type="presParOf" srcId="{7FDBC6D3-96CA-49C5-8983-CAACF51FD026}" destId="{B208B79E-C30D-4E22-B13B-A48B706517E5}" srcOrd="1" destOrd="0" presId="urn:microsoft.com/office/officeart/2005/8/layout/list1"/>
    <dgm:cxn modelId="{DC9787E1-F1A1-408E-BE7A-63958FCFBED9}" type="presParOf" srcId="{7FDBC6D3-96CA-49C5-8983-CAACF51FD026}" destId="{4051E3FD-01EF-404D-A6C9-EE0C4C501787}" srcOrd="2" destOrd="0" presId="urn:microsoft.com/office/officeart/2005/8/layout/list1"/>
    <dgm:cxn modelId="{86FA1EB6-61B4-462F-B71F-C21E89E42AA0}" type="presParOf" srcId="{7FDBC6D3-96CA-49C5-8983-CAACF51FD026}" destId="{488C79F7-2843-4B78-80B9-CDEF3E45794B}" srcOrd="3" destOrd="0" presId="urn:microsoft.com/office/officeart/2005/8/layout/list1"/>
    <dgm:cxn modelId="{D38F5425-81B2-4A80-B7BC-67356A04E87D}" type="presParOf" srcId="{7FDBC6D3-96CA-49C5-8983-CAACF51FD026}" destId="{02C3F59E-6661-4109-8472-D36CFCF5CB70}" srcOrd="4" destOrd="0" presId="urn:microsoft.com/office/officeart/2005/8/layout/list1"/>
    <dgm:cxn modelId="{8874AFE2-A38C-409A-8C34-CBC0311B9A7C}" type="presParOf" srcId="{02C3F59E-6661-4109-8472-D36CFCF5CB70}" destId="{04A49A2E-D7C9-4836-B0A5-0AA579F90C74}" srcOrd="0" destOrd="0" presId="urn:microsoft.com/office/officeart/2005/8/layout/list1"/>
    <dgm:cxn modelId="{E2874612-852A-46A0-B78F-231BF430946E}" type="presParOf" srcId="{02C3F59E-6661-4109-8472-D36CFCF5CB70}" destId="{BF1E3287-3DEC-42AC-8963-7361F705C011}" srcOrd="1" destOrd="0" presId="urn:microsoft.com/office/officeart/2005/8/layout/list1"/>
    <dgm:cxn modelId="{62869778-D9FD-48CC-9EC9-1E938E451DE0}" type="presParOf" srcId="{7FDBC6D3-96CA-49C5-8983-CAACF51FD026}" destId="{5CC32536-CFE5-45DE-B434-9B22CCD806B8}" srcOrd="5" destOrd="0" presId="urn:microsoft.com/office/officeart/2005/8/layout/list1"/>
    <dgm:cxn modelId="{3F7FDE5A-AF02-40EE-93D1-AA2B34481EFE}" type="presParOf" srcId="{7FDBC6D3-96CA-49C5-8983-CAACF51FD026}" destId="{493CFB2A-C436-43CA-A762-D45D1AB0D044}" srcOrd="6" destOrd="0" presId="urn:microsoft.com/office/officeart/2005/8/layout/list1"/>
    <dgm:cxn modelId="{776C76D2-CED5-42B4-8923-BB1E282DBEC5}" type="presParOf" srcId="{7FDBC6D3-96CA-49C5-8983-CAACF51FD026}" destId="{AE05D8F5-169A-45A0-A72B-C78319BE3BFE}" srcOrd="7" destOrd="0" presId="urn:microsoft.com/office/officeart/2005/8/layout/list1"/>
    <dgm:cxn modelId="{6028D66D-1003-4F75-B471-164036C34F94}" type="presParOf" srcId="{7FDBC6D3-96CA-49C5-8983-CAACF51FD026}" destId="{7272D68B-CA84-4DE8-B930-8A7F476E9A2A}" srcOrd="8" destOrd="0" presId="urn:microsoft.com/office/officeart/2005/8/layout/list1"/>
    <dgm:cxn modelId="{C182124B-63AC-4E96-B805-F4DFDF0847E1}" type="presParOf" srcId="{7272D68B-CA84-4DE8-B930-8A7F476E9A2A}" destId="{018BF1F9-AE5F-40AB-A3AB-9AA19B27BD59}" srcOrd="0" destOrd="0" presId="urn:microsoft.com/office/officeart/2005/8/layout/list1"/>
    <dgm:cxn modelId="{F623F645-A218-4E14-A2E2-93902D68761C}" type="presParOf" srcId="{7272D68B-CA84-4DE8-B930-8A7F476E9A2A}" destId="{A8021F56-A005-43BF-87DE-856641C119E0}" srcOrd="1" destOrd="0" presId="urn:microsoft.com/office/officeart/2005/8/layout/list1"/>
    <dgm:cxn modelId="{9030BB08-5908-417D-BE81-CD6C0D2C97F8}" type="presParOf" srcId="{7FDBC6D3-96CA-49C5-8983-CAACF51FD026}" destId="{230CE8F4-12E0-48EC-8BF7-8295BD10CABA}" srcOrd="9" destOrd="0" presId="urn:microsoft.com/office/officeart/2005/8/layout/list1"/>
    <dgm:cxn modelId="{AA2B7D7F-6E71-492F-9A59-3291EDB027D5}" type="presParOf" srcId="{7FDBC6D3-96CA-49C5-8983-CAACF51FD026}" destId="{F9DBAE58-A400-4F77-B091-2366F5C7677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C01E9F-7209-44C8-9DE3-42996097804B}" type="doc">
      <dgm:prSet loTypeId="urn:microsoft.com/office/officeart/2016/7/layout/Basic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4FF2C7-E0EE-4174-A517-BA475AC74B3A}">
      <dgm:prSet/>
      <dgm:spPr/>
      <dgm:t>
        <a:bodyPr/>
        <a:lstStyle/>
        <a:p>
          <a:r>
            <a:rPr lang="en-US"/>
            <a:t>Insert</a:t>
          </a:r>
        </a:p>
      </dgm:t>
    </dgm:pt>
    <dgm:pt modelId="{8CE4EB8F-62B5-4D2E-AB9E-C4DFBADD5BCB}" type="parTrans" cxnId="{AC4DA83E-9AE3-4FF6-979C-8CA03142F6FB}">
      <dgm:prSet/>
      <dgm:spPr/>
      <dgm:t>
        <a:bodyPr/>
        <a:lstStyle/>
        <a:p>
          <a:endParaRPr lang="en-US"/>
        </a:p>
      </dgm:t>
    </dgm:pt>
    <dgm:pt modelId="{0DEA99F5-FC4D-4FCA-ADBD-E4D72B579395}" type="sibTrans" cxnId="{AC4DA83E-9AE3-4FF6-979C-8CA03142F6FB}">
      <dgm:prSet/>
      <dgm:spPr/>
      <dgm:t>
        <a:bodyPr/>
        <a:lstStyle/>
        <a:p>
          <a:endParaRPr lang="en-US"/>
        </a:p>
      </dgm:t>
    </dgm:pt>
    <dgm:pt modelId="{5127D4D2-BA67-46A5-9819-3BC2D24C3F7E}">
      <dgm:prSet/>
      <dgm:spPr/>
      <dgm:t>
        <a:bodyPr/>
        <a:lstStyle/>
        <a:p>
          <a:r>
            <a:rPr lang="en-US"/>
            <a:t>Insert Check Boxes:</a:t>
          </a:r>
        </a:p>
      </dgm:t>
    </dgm:pt>
    <dgm:pt modelId="{DFC75656-0103-49DA-A21F-79CCF22A2589}" type="parTrans" cxnId="{82CC3A32-F5D5-4F91-BDA9-D9C41CA0BDAD}">
      <dgm:prSet/>
      <dgm:spPr/>
      <dgm:t>
        <a:bodyPr/>
        <a:lstStyle/>
        <a:p>
          <a:endParaRPr lang="en-US"/>
        </a:p>
      </dgm:t>
    </dgm:pt>
    <dgm:pt modelId="{59EB6473-A948-4C2D-B2FA-AEF5DD7E3E2E}" type="sibTrans" cxnId="{82CC3A32-F5D5-4F91-BDA9-D9C41CA0BDAD}">
      <dgm:prSet/>
      <dgm:spPr/>
      <dgm:t>
        <a:bodyPr/>
        <a:lstStyle/>
        <a:p>
          <a:endParaRPr lang="en-US"/>
        </a:p>
      </dgm:t>
    </dgm:pt>
    <dgm:pt modelId="{6EA592B8-662E-410E-BA12-45250C64D981}">
      <dgm:prSet/>
      <dgm:spPr/>
      <dgm:t>
        <a:bodyPr/>
        <a:lstStyle/>
        <a:p>
          <a:r>
            <a:rPr lang="en-US"/>
            <a:t>Add interactive checkboxes to single cells or bulk ranges.</a:t>
          </a:r>
        </a:p>
      </dgm:t>
    </dgm:pt>
    <dgm:pt modelId="{739229E9-B8B0-4813-8470-9DCA368997F3}" type="parTrans" cxnId="{2564B3E5-37AF-4EC8-B609-4985895EDBB5}">
      <dgm:prSet/>
      <dgm:spPr/>
      <dgm:t>
        <a:bodyPr/>
        <a:lstStyle/>
        <a:p>
          <a:endParaRPr lang="en-US"/>
        </a:p>
      </dgm:t>
    </dgm:pt>
    <dgm:pt modelId="{B5AC75FB-CE6B-4710-B690-0E323DDFAB1F}" type="sibTrans" cxnId="{2564B3E5-37AF-4EC8-B609-4985895EDBB5}">
      <dgm:prSet/>
      <dgm:spPr/>
      <dgm:t>
        <a:bodyPr/>
        <a:lstStyle/>
        <a:p>
          <a:endParaRPr lang="en-US"/>
        </a:p>
      </dgm:t>
    </dgm:pt>
    <dgm:pt modelId="{99CF5D28-4C90-49F5-907F-F5642CFF47DE}">
      <dgm:prSet/>
      <dgm:spPr/>
      <dgm:t>
        <a:bodyPr/>
        <a:lstStyle/>
        <a:p>
          <a:r>
            <a:rPr lang="en-US"/>
            <a:t>Use Case: To-Do Lists, Task Trackers, Project Status forms.</a:t>
          </a:r>
        </a:p>
      </dgm:t>
    </dgm:pt>
    <dgm:pt modelId="{A89007DF-ADAE-4086-8AB1-3867178A7709}" type="parTrans" cxnId="{39F5A77A-A9BC-4D7D-8445-1C2F772FE179}">
      <dgm:prSet/>
      <dgm:spPr/>
      <dgm:t>
        <a:bodyPr/>
        <a:lstStyle/>
        <a:p>
          <a:endParaRPr lang="en-US"/>
        </a:p>
      </dgm:t>
    </dgm:pt>
    <dgm:pt modelId="{FD3C8A1A-EA79-46AD-9D48-3461ADAD166A}" type="sibTrans" cxnId="{39F5A77A-A9BC-4D7D-8445-1C2F772FE179}">
      <dgm:prSet/>
      <dgm:spPr/>
      <dgm:t>
        <a:bodyPr/>
        <a:lstStyle/>
        <a:p>
          <a:endParaRPr lang="en-US"/>
        </a:p>
      </dgm:t>
    </dgm:pt>
    <dgm:pt modelId="{930F6B5D-061C-494A-BF97-27FF4741478E}">
      <dgm:prSet/>
      <dgm:spPr/>
      <dgm:t>
        <a:bodyPr/>
        <a:lstStyle/>
        <a:p>
          <a:r>
            <a:rPr lang="en-US"/>
            <a:t>Smart</a:t>
          </a:r>
        </a:p>
      </dgm:t>
    </dgm:pt>
    <dgm:pt modelId="{65ACA8DF-96F4-4BEE-A142-8014845FD669}" type="parTrans" cxnId="{9CDAF447-1DFE-45C4-8B9A-C75F9A1C1375}">
      <dgm:prSet/>
      <dgm:spPr/>
      <dgm:t>
        <a:bodyPr/>
        <a:lstStyle/>
        <a:p>
          <a:endParaRPr lang="en-US"/>
        </a:p>
      </dgm:t>
    </dgm:pt>
    <dgm:pt modelId="{2D78C55E-9AF2-418E-BC5B-03939C3C1EB5}" type="sibTrans" cxnId="{9CDAF447-1DFE-45C4-8B9A-C75F9A1C1375}">
      <dgm:prSet/>
      <dgm:spPr/>
      <dgm:t>
        <a:bodyPr/>
        <a:lstStyle/>
        <a:p>
          <a:endParaRPr lang="en-US"/>
        </a:p>
      </dgm:t>
    </dgm:pt>
    <dgm:pt modelId="{6C1DDC06-F0E5-4B7D-B4E6-592258FFDAFA}">
      <dgm:prSet/>
      <dgm:spPr/>
      <dgm:t>
        <a:bodyPr/>
        <a:lstStyle/>
        <a:p>
          <a:r>
            <a:rPr lang="en-US" dirty="0"/>
            <a:t>Smart Swapping Tools:</a:t>
          </a:r>
        </a:p>
      </dgm:t>
    </dgm:pt>
    <dgm:pt modelId="{CB4525FE-A788-439E-8000-18491EF68938}" type="parTrans" cxnId="{0C9DB6FC-FDA2-4ADA-8DDB-DA738B67B8BD}">
      <dgm:prSet/>
      <dgm:spPr/>
      <dgm:t>
        <a:bodyPr/>
        <a:lstStyle/>
        <a:p>
          <a:endParaRPr lang="en-US"/>
        </a:p>
      </dgm:t>
    </dgm:pt>
    <dgm:pt modelId="{F0B9389E-18ED-43B0-AE6C-244DAB62B7AB}" type="sibTrans" cxnId="{0C9DB6FC-FDA2-4ADA-8DDB-DA738B67B8BD}">
      <dgm:prSet/>
      <dgm:spPr/>
      <dgm:t>
        <a:bodyPr/>
        <a:lstStyle/>
        <a:p>
          <a:endParaRPr lang="en-US"/>
        </a:p>
      </dgm:t>
    </dgm:pt>
    <dgm:pt modelId="{9C7EDBC0-8E7D-47E4-98B0-865F2328187B}">
      <dgm:prSet/>
      <dgm:spPr/>
      <dgm:t>
        <a:bodyPr/>
        <a:lstStyle/>
        <a:p>
          <a:r>
            <a:rPr lang="en-US"/>
            <a:t>Swap Columns: Exchange data between two columns without cutting/pasting.</a:t>
          </a:r>
        </a:p>
      </dgm:t>
    </dgm:pt>
    <dgm:pt modelId="{57F894B9-3030-4A63-B5AB-D323DBB939BD}" type="parTrans" cxnId="{635F3C00-D078-457B-8025-A27F7DF57E40}">
      <dgm:prSet/>
      <dgm:spPr/>
      <dgm:t>
        <a:bodyPr/>
        <a:lstStyle/>
        <a:p>
          <a:endParaRPr lang="en-US"/>
        </a:p>
      </dgm:t>
    </dgm:pt>
    <dgm:pt modelId="{41157561-22C0-433A-BFEE-C3762FE9E452}" type="sibTrans" cxnId="{635F3C00-D078-457B-8025-A27F7DF57E40}">
      <dgm:prSet/>
      <dgm:spPr/>
      <dgm:t>
        <a:bodyPr/>
        <a:lstStyle/>
        <a:p>
          <a:endParaRPr lang="en-US"/>
        </a:p>
      </dgm:t>
    </dgm:pt>
    <dgm:pt modelId="{DF1AE2CA-FD0A-4F1D-9B62-BC8BA699E10D}">
      <dgm:prSet/>
      <dgm:spPr/>
      <dgm:t>
        <a:bodyPr/>
        <a:lstStyle/>
        <a:p>
          <a:r>
            <a:rPr lang="en-US"/>
            <a:t>Swap Rows: Instantly switch two rows of data.</a:t>
          </a:r>
        </a:p>
      </dgm:t>
    </dgm:pt>
    <dgm:pt modelId="{E8C4E0DE-18A2-437C-A3F7-9A37AB5D525A}" type="parTrans" cxnId="{9101D70D-AB81-4F89-80BA-CE8318C6FF3D}">
      <dgm:prSet/>
      <dgm:spPr/>
      <dgm:t>
        <a:bodyPr/>
        <a:lstStyle/>
        <a:p>
          <a:endParaRPr lang="en-US"/>
        </a:p>
      </dgm:t>
    </dgm:pt>
    <dgm:pt modelId="{D5F35703-F72D-431A-8D36-5EBEECDBC4E5}" type="sibTrans" cxnId="{9101D70D-AB81-4F89-80BA-CE8318C6FF3D}">
      <dgm:prSet/>
      <dgm:spPr/>
      <dgm:t>
        <a:bodyPr/>
        <a:lstStyle/>
        <a:p>
          <a:endParaRPr lang="en-US"/>
        </a:p>
      </dgm:t>
    </dgm:pt>
    <dgm:pt modelId="{8CC7E05E-8112-4674-9509-710836847222}">
      <dgm:prSet/>
      <dgm:spPr/>
      <dgm:t>
        <a:bodyPr/>
        <a:lstStyle/>
        <a:p>
          <a:r>
            <a:rPr lang="en-US"/>
            <a:t>Swap Cells: Swap values between any two selected cells.</a:t>
          </a:r>
        </a:p>
      </dgm:t>
    </dgm:pt>
    <dgm:pt modelId="{94A7CC4A-72FD-4EBF-8986-A8D67BF7C63F}" type="parTrans" cxnId="{27071BE5-8807-4E01-9538-B565C983A16B}">
      <dgm:prSet/>
      <dgm:spPr/>
      <dgm:t>
        <a:bodyPr/>
        <a:lstStyle/>
        <a:p>
          <a:endParaRPr lang="en-US"/>
        </a:p>
      </dgm:t>
    </dgm:pt>
    <dgm:pt modelId="{21F4559B-98CB-4E0A-9935-9994D3961A7A}" type="sibTrans" cxnId="{27071BE5-8807-4E01-9538-B565C983A16B}">
      <dgm:prSet/>
      <dgm:spPr/>
      <dgm:t>
        <a:bodyPr/>
        <a:lstStyle/>
        <a:p>
          <a:endParaRPr lang="en-US"/>
        </a:p>
      </dgm:t>
    </dgm:pt>
    <dgm:pt modelId="{90F10C8E-DAF4-456D-B8DD-0F4B23E388D5}">
      <dgm:prSet/>
      <dgm:spPr/>
      <dgm:t>
        <a:bodyPr/>
        <a:lstStyle/>
        <a:p>
          <a:r>
            <a:rPr lang="en-US"/>
            <a:t>Why use this? Prevents data loss and reference errors that happen during manual copy-paste.</a:t>
          </a:r>
        </a:p>
      </dgm:t>
    </dgm:pt>
    <dgm:pt modelId="{F389D7ED-2FAD-46A4-ABEA-DFB5F16EBEFC}" type="parTrans" cxnId="{322013A9-E921-463B-B807-ADDCA817AD7B}">
      <dgm:prSet/>
      <dgm:spPr/>
      <dgm:t>
        <a:bodyPr/>
        <a:lstStyle/>
        <a:p>
          <a:endParaRPr lang="en-US"/>
        </a:p>
      </dgm:t>
    </dgm:pt>
    <dgm:pt modelId="{EB651904-7C13-485E-93C8-DD5A024FEA74}" type="sibTrans" cxnId="{322013A9-E921-463B-B807-ADDCA817AD7B}">
      <dgm:prSet/>
      <dgm:spPr/>
      <dgm:t>
        <a:bodyPr/>
        <a:lstStyle/>
        <a:p>
          <a:endParaRPr lang="en-US"/>
        </a:p>
      </dgm:t>
    </dgm:pt>
    <dgm:pt modelId="{BABA3C2F-AF19-4E73-A362-F4A2B92970F0}" type="pres">
      <dgm:prSet presAssocID="{78C01E9F-7209-44C8-9DE3-42996097804B}" presName="Name0" presStyleCnt="0">
        <dgm:presLayoutVars>
          <dgm:dir/>
          <dgm:resizeHandles val="exact"/>
        </dgm:presLayoutVars>
      </dgm:prSet>
      <dgm:spPr/>
    </dgm:pt>
    <dgm:pt modelId="{951A3908-7725-4374-BB6D-DED6ADC8C43E}" type="pres">
      <dgm:prSet presAssocID="{AD4FF2C7-E0EE-4174-A517-BA475AC74B3A}" presName="node" presStyleLbl="node1" presStyleIdx="0" presStyleCnt="3">
        <dgm:presLayoutVars>
          <dgm:bulletEnabled val="1"/>
        </dgm:presLayoutVars>
      </dgm:prSet>
      <dgm:spPr/>
    </dgm:pt>
    <dgm:pt modelId="{BDF4C0ED-9D52-4276-83AF-9EC90B7DB420}" type="pres">
      <dgm:prSet presAssocID="{0DEA99F5-FC4D-4FCA-ADBD-E4D72B579395}" presName="sibTransSpacerBeforeConnector" presStyleCnt="0"/>
      <dgm:spPr/>
    </dgm:pt>
    <dgm:pt modelId="{0AB82F73-EA33-442E-BF14-CB9C57038046}" type="pres">
      <dgm:prSet presAssocID="{0DEA99F5-FC4D-4FCA-ADBD-E4D72B579395}" presName="sibTrans" presStyleLbl="node1" presStyleIdx="1" presStyleCnt="3"/>
      <dgm:spPr/>
    </dgm:pt>
    <dgm:pt modelId="{E48A764E-24FC-4A34-819C-F53933D6F996}" type="pres">
      <dgm:prSet presAssocID="{0DEA99F5-FC4D-4FCA-ADBD-E4D72B579395}" presName="sibTransSpacerAfterConnector" presStyleCnt="0"/>
      <dgm:spPr/>
    </dgm:pt>
    <dgm:pt modelId="{62D61B8B-83BD-42FF-B091-0700325A24D9}" type="pres">
      <dgm:prSet presAssocID="{930F6B5D-061C-494A-BF97-27FF4741478E}" presName="node" presStyleLbl="node1" presStyleIdx="2" presStyleCnt="3">
        <dgm:presLayoutVars>
          <dgm:bulletEnabled val="1"/>
        </dgm:presLayoutVars>
      </dgm:prSet>
      <dgm:spPr/>
    </dgm:pt>
  </dgm:ptLst>
  <dgm:cxnLst>
    <dgm:cxn modelId="{AF3B1700-50EE-4E41-85E2-6B0226B41CA3}" type="presOf" srcId="{90F10C8E-DAF4-456D-B8DD-0F4B23E388D5}" destId="{62D61B8B-83BD-42FF-B091-0700325A24D9}" srcOrd="0" destOrd="5" presId="urn:microsoft.com/office/officeart/2016/7/layout/BasicProcessNew"/>
    <dgm:cxn modelId="{635F3C00-D078-457B-8025-A27F7DF57E40}" srcId="{6C1DDC06-F0E5-4B7D-B4E6-592258FFDAFA}" destId="{9C7EDBC0-8E7D-47E4-98B0-865F2328187B}" srcOrd="0" destOrd="0" parTransId="{57F894B9-3030-4A63-B5AB-D323DBB939BD}" sibTransId="{41157561-22C0-433A-BFEE-C3762FE9E452}"/>
    <dgm:cxn modelId="{9101D70D-AB81-4F89-80BA-CE8318C6FF3D}" srcId="{6C1DDC06-F0E5-4B7D-B4E6-592258FFDAFA}" destId="{DF1AE2CA-FD0A-4F1D-9B62-BC8BA699E10D}" srcOrd="1" destOrd="0" parTransId="{E8C4E0DE-18A2-437C-A3F7-9A37AB5D525A}" sibTransId="{D5F35703-F72D-431A-8D36-5EBEECDBC4E5}"/>
    <dgm:cxn modelId="{4673D119-754B-4EDD-80F5-3A37E32F13D0}" type="presOf" srcId="{6EA592B8-662E-410E-BA12-45250C64D981}" destId="{951A3908-7725-4374-BB6D-DED6ADC8C43E}" srcOrd="0" destOrd="2" presId="urn:microsoft.com/office/officeart/2016/7/layout/BasicProcessNew"/>
    <dgm:cxn modelId="{D94BE526-7F42-4659-811B-1961FFF4FED5}" type="presOf" srcId="{9C7EDBC0-8E7D-47E4-98B0-865F2328187B}" destId="{62D61B8B-83BD-42FF-B091-0700325A24D9}" srcOrd="0" destOrd="2" presId="urn:microsoft.com/office/officeart/2016/7/layout/BasicProcessNew"/>
    <dgm:cxn modelId="{82CC3A32-F5D5-4F91-BDA9-D9C41CA0BDAD}" srcId="{AD4FF2C7-E0EE-4174-A517-BA475AC74B3A}" destId="{5127D4D2-BA67-46A5-9819-3BC2D24C3F7E}" srcOrd="0" destOrd="0" parTransId="{DFC75656-0103-49DA-A21F-79CCF22A2589}" sibTransId="{59EB6473-A948-4C2D-B2FA-AEF5DD7E3E2E}"/>
    <dgm:cxn modelId="{AA7C983D-EBEF-4B24-8016-2BD4A29270C9}" type="presOf" srcId="{99CF5D28-4C90-49F5-907F-F5642CFF47DE}" destId="{951A3908-7725-4374-BB6D-DED6ADC8C43E}" srcOrd="0" destOrd="3" presId="urn:microsoft.com/office/officeart/2016/7/layout/BasicProcessNew"/>
    <dgm:cxn modelId="{AC4DA83E-9AE3-4FF6-979C-8CA03142F6FB}" srcId="{78C01E9F-7209-44C8-9DE3-42996097804B}" destId="{AD4FF2C7-E0EE-4174-A517-BA475AC74B3A}" srcOrd="0" destOrd="0" parTransId="{8CE4EB8F-62B5-4D2E-AB9E-C4DFBADD5BCB}" sibTransId="{0DEA99F5-FC4D-4FCA-ADBD-E4D72B579395}"/>
    <dgm:cxn modelId="{CF3C3061-5CFD-40D9-953A-66E6F48B9656}" type="presOf" srcId="{6C1DDC06-F0E5-4B7D-B4E6-592258FFDAFA}" destId="{62D61B8B-83BD-42FF-B091-0700325A24D9}" srcOrd="0" destOrd="1" presId="urn:microsoft.com/office/officeart/2016/7/layout/BasicProcessNew"/>
    <dgm:cxn modelId="{AC502965-A029-4125-9197-10BB5F45FBCB}" type="presOf" srcId="{8CC7E05E-8112-4674-9509-710836847222}" destId="{62D61B8B-83BD-42FF-B091-0700325A24D9}" srcOrd="0" destOrd="4" presId="urn:microsoft.com/office/officeart/2016/7/layout/BasicProcessNew"/>
    <dgm:cxn modelId="{9CDAF447-1DFE-45C4-8B9A-C75F9A1C1375}" srcId="{78C01E9F-7209-44C8-9DE3-42996097804B}" destId="{930F6B5D-061C-494A-BF97-27FF4741478E}" srcOrd="1" destOrd="0" parTransId="{65ACA8DF-96F4-4BEE-A142-8014845FD669}" sibTransId="{2D78C55E-9AF2-418E-BC5B-03939C3C1EB5}"/>
    <dgm:cxn modelId="{63045074-FA8A-4CBE-BE91-20F993C41D34}" type="presOf" srcId="{AD4FF2C7-E0EE-4174-A517-BA475AC74B3A}" destId="{951A3908-7725-4374-BB6D-DED6ADC8C43E}" srcOrd="0" destOrd="0" presId="urn:microsoft.com/office/officeart/2016/7/layout/BasicProcessNew"/>
    <dgm:cxn modelId="{39F5A77A-A9BC-4D7D-8445-1C2F772FE179}" srcId="{5127D4D2-BA67-46A5-9819-3BC2D24C3F7E}" destId="{99CF5D28-4C90-49F5-907F-F5642CFF47DE}" srcOrd="1" destOrd="0" parTransId="{A89007DF-ADAE-4086-8AB1-3867178A7709}" sibTransId="{FD3C8A1A-EA79-46AD-9D48-3461ADAD166A}"/>
    <dgm:cxn modelId="{CB661A82-C871-471C-959E-E7D60555D327}" type="presOf" srcId="{5127D4D2-BA67-46A5-9819-3BC2D24C3F7E}" destId="{951A3908-7725-4374-BB6D-DED6ADC8C43E}" srcOrd="0" destOrd="1" presId="urn:microsoft.com/office/officeart/2016/7/layout/BasicProcessNew"/>
    <dgm:cxn modelId="{E69D9F84-93F6-4BC8-B081-819728B9C574}" type="presOf" srcId="{78C01E9F-7209-44C8-9DE3-42996097804B}" destId="{BABA3C2F-AF19-4E73-A362-F4A2B92970F0}" srcOrd="0" destOrd="0" presId="urn:microsoft.com/office/officeart/2016/7/layout/BasicProcessNew"/>
    <dgm:cxn modelId="{79C4978F-7708-4DE9-B14D-D2B93C7A5870}" type="presOf" srcId="{DF1AE2CA-FD0A-4F1D-9B62-BC8BA699E10D}" destId="{62D61B8B-83BD-42FF-B091-0700325A24D9}" srcOrd="0" destOrd="3" presId="urn:microsoft.com/office/officeart/2016/7/layout/BasicProcessNew"/>
    <dgm:cxn modelId="{322013A9-E921-463B-B807-ADDCA817AD7B}" srcId="{6C1DDC06-F0E5-4B7D-B4E6-592258FFDAFA}" destId="{90F10C8E-DAF4-456D-B8DD-0F4B23E388D5}" srcOrd="3" destOrd="0" parTransId="{F389D7ED-2FAD-46A4-ABEA-DFB5F16EBEFC}" sibTransId="{EB651904-7C13-485E-93C8-DD5A024FEA74}"/>
    <dgm:cxn modelId="{8A266DCA-F699-4A37-AE89-6E102A56E908}" type="presOf" srcId="{0DEA99F5-FC4D-4FCA-ADBD-E4D72B579395}" destId="{0AB82F73-EA33-442E-BF14-CB9C57038046}" srcOrd="0" destOrd="0" presId="urn:microsoft.com/office/officeart/2016/7/layout/BasicProcessNew"/>
    <dgm:cxn modelId="{27071BE5-8807-4E01-9538-B565C983A16B}" srcId="{6C1DDC06-F0E5-4B7D-B4E6-592258FFDAFA}" destId="{8CC7E05E-8112-4674-9509-710836847222}" srcOrd="2" destOrd="0" parTransId="{94A7CC4A-72FD-4EBF-8986-A8D67BF7C63F}" sibTransId="{21F4559B-98CB-4E0A-9935-9994D3961A7A}"/>
    <dgm:cxn modelId="{2564B3E5-37AF-4EC8-B609-4985895EDBB5}" srcId="{5127D4D2-BA67-46A5-9819-3BC2D24C3F7E}" destId="{6EA592B8-662E-410E-BA12-45250C64D981}" srcOrd="0" destOrd="0" parTransId="{739229E9-B8B0-4813-8470-9DCA368997F3}" sibTransId="{B5AC75FB-CE6B-4710-B690-0E323DDFAB1F}"/>
    <dgm:cxn modelId="{B27642F2-E520-4969-A742-45FB7F4B3D57}" type="presOf" srcId="{930F6B5D-061C-494A-BF97-27FF4741478E}" destId="{62D61B8B-83BD-42FF-B091-0700325A24D9}" srcOrd="0" destOrd="0" presId="urn:microsoft.com/office/officeart/2016/7/layout/BasicProcessNew"/>
    <dgm:cxn modelId="{0C9DB6FC-FDA2-4ADA-8DDB-DA738B67B8BD}" srcId="{930F6B5D-061C-494A-BF97-27FF4741478E}" destId="{6C1DDC06-F0E5-4B7D-B4E6-592258FFDAFA}" srcOrd="0" destOrd="0" parTransId="{CB4525FE-A788-439E-8000-18491EF68938}" sibTransId="{F0B9389E-18ED-43B0-AE6C-244DAB62B7AB}"/>
    <dgm:cxn modelId="{87023D59-5613-4079-B22D-F4B14FBF00E5}" type="presParOf" srcId="{BABA3C2F-AF19-4E73-A362-F4A2B92970F0}" destId="{951A3908-7725-4374-BB6D-DED6ADC8C43E}" srcOrd="0" destOrd="0" presId="urn:microsoft.com/office/officeart/2016/7/layout/BasicProcessNew"/>
    <dgm:cxn modelId="{6D774AC4-5BEB-4110-BCC1-327A4C1D5EA2}" type="presParOf" srcId="{BABA3C2F-AF19-4E73-A362-F4A2B92970F0}" destId="{BDF4C0ED-9D52-4276-83AF-9EC90B7DB420}" srcOrd="1" destOrd="0" presId="urn:microsoft.com/office/officeart/2016/7/layout/BasicProcessNew"/>
    <dgm:cxn modelId="{3E96DF42-E95E-4AA3-BBC1-D094596A550E}" type="presParOf" srcId="{BABA3C2F-AF19-4E73-A362-F4A2B92970F0}" destId="{0AB82F73-EA33-442E-BF14-CB9C57038046}" srcOrd="2" destOrd="0" presId="urn:microsoft.com/office/officeart/2016/7/layout/BasicProcessNew"/>
    <dgm:cxn modelId="{9EA11297-C31E-4F07-946E-D9FACB59746D}" type="presParOf" srcId="{BABA3C2F-AF19-4E73-A362-F4A2B92970F0}" destId="{E48A764E-24FC-4A34-819C-F53933D6F996}" srcOrd="3" destOrd="0" presId="urn:microsoft.com/office/officeart/2016/7/layout/BasicProcessNew"/>
    <dgm:cxn modelId="{557052AA-A4C9-4D04-94A2-3F28604ECA07}" type="presParOf" srcId="{BABA3C2F-AF19-4E73-A362-F4A2B92970F0}" destId="{62D61B8B-83BD-42FF-B091-0700325A24D9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50F961-7BFD-4961-9B51-035FF5222A9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73163B-8E02-4758-B822-1212C73262AA}">
      <dgm:prSet/>
      <dgm:spPr/>
      <dgm:t>
        <a:bodyPr/>
        <a:lstStyle/>
        <a:p>
          <a:r>
            <a:rPr lang="en-US" b="1"/>
            <a:t>Efficiency:</a:t>
          </a:r>
          <a:r>
            <a:rPr lang="en-US"/>
            <a:t> Perform complex tasks in a single click.</a:t>
          </a:r>
        </a:p>
      </dgm:t>
    </dgm:pt>
    <dgm:pt modelId="{6AA62DD3-B67C-4893-B48E-792D599FEB68}" type="parTrans" cxnId="{940B3F70-6BA0-439E-BF2F-F5ABE09804C5}">
      <dgm:prSet/>
      <dgm:spPr/>
      <dgm:t>
        <a:bodyPr/>
        <a:lstStyle/>
        <a:p>
          <a:endParaRPr lang="en-US"/>
        </a:p>
      </dgm:t>
    </dgm:pt>
    <dgm:pt modelId="{15DCA3B4-D4A4-449F-ABB4-A90133FFF5D7}" type="sibTrans" cxnId="{940B3F70-6BA0-439E-BF2F-F5ABE09804C5}">
      <dgm:prSet/>
      <dgm:spPr/>
      <dgm:t>
        <a:bodyPr/>
        <a:lstStyle/>
        <a:p>
          <a:endParaRPr lang="en-US"/>
        </a:p>
      </dgm:t>
    </dgm:pt>
    <dgm:pt modelId="{74E6E172-275F-4F38-9DA5-C4578DEABDA7}">
      <dgm:prSet/>
      <dgm:spPr/>
      <dgm:t>
        <a:bodyPr/>
        <a:lstStyle/>
        <a:p>
          <a:r>
            <a:rPr lang="en-US" b="1"/>
            <a:t>Accuracy:</a:t>
          </a:r>
          <a:r>
            <a:rPr lang="en-US"/>
            <a:t> Eliminate human errors in data cleaning and swapping.</a:t>
          </a:r>
        </a:p>
      </dgm:t>
    </dgm:pt>
    <dgm:pt modelId="{C8F78E04-7DDE-451B-97CF-43738AE7816F}" type="parTrans" cxnId="{269A6251-51DD-4CD3-B03B-89D2DAE577BD}">
      <dgm:prSet/>
      <dgm:spPr/>
      <dgm:t>
        <a:bodyPr/>
        <a:lstStyle/>
        <a:p>
          <a:endParaRPr lang="en-US"/>
        </a:p>
      </dgm:t>
    </dgm:pt>
    <dgm:pt modelId="{02719C14-F24C-4268-85FD-F0BC071B79C4}" type="sibTrans" cxnId="{269A6251-51DD-4CD3-B03B-89D2DAE577BD}">
      <dgm:prSet/>
      <dgm:spPr/>
      <dgm:t>
        <a:bodyPr/>
        <a:lstStyle/>
        <a:p>
          <a:endParaRPr lang="en-US"/>
        </a:p>
      </dgm:t>
    </dgm:pt>
    <dgm:pt modelId="{EC22C87E-1E40-4B2A-BCEB-68779317E8D7}">
      <dgm:prSet/>
      <dgm:spPr/>
      <dgm:t>
        <a:bodyPr/>
        <a:lstStyle/>
        <a:p>
          <a:r>
            <a:rPr lang="en-US" b="1"/>
            <a:t>Professionalism:</a:t>
          </a:r>
          <a:r>
            <a:rPr lang="en-US"/>
            <a:t> Create standard QR codes and interactive forms easily.</a:t>
          </a:r>
        </a:p>
      </dgm:t>
    </dgm:pt>
    <dgm:pt modelId="{8484250D-27D4-4611-A816-10E5ADBC5A31}" type="parTrans" cxnId="{A311BC31-E4C9-46DF-BA47-1E6DD87EDD42}">
      <dgm:prSet/>
      <dgm:spPr/>
      <dgm:t>
        <a:bodyPr/>
        <a:lstStyle/>
        <a:p>
          <a:endParaRPr lang="en-US"/>
        </a:p>
      </dgm:t>
    </dgm:pt>
    <dgm:pt modelId="{7661FF85-7724-4136-8860-26820912FECE}" type="sibTrans" cxnId="{A311BC31-E4C9-46DF-BA47-1E6DD87EDD42}">
      <dgm:prSet/>
      <dgm:spPr/>
      <dgm:t>
        <a:bodyPr/>
        <a:lstStyle/>
        <a:p>
          <a:endParaRPr lang="en-US"/>
        </a:p>
      </dgm:t>
    </dgm:pt>
    <dgm:pt modelId="{44CCAF6A-C91B-4C47-B846-89DD80BA4AC8}" type="pres">
      <dgm:prSet presAssocID="{7E50F961-7BFD-4961-9B51-035FF5222A9D}" presName="root" presStyleCnt="0">
        <dgm:presLayoutVars>
          <dgm:dir/>
          <dgm:resizeHandles val="exact"/>
        </dgm:presLayoutVars>
      </dgm:prSet>
      <dgm:spPr/>
    </dgm:pt>
    <dgm:pt modelId="{627B7AE6-73AA-4241-B215-A8C97BF1ACB0}" type="pres">
      <dgm:prSet presAssocID="{A073163B-8E02-4758-B822-1212C73262AA}" presName="compNode" presStyleCnt="0"/>
      <dgm:spPr/>
    </dgm:pt>
    <dgm:pt modelId="{AF4A9366-29CA-4D4D-A370-7032F019212A}" type="pres">
      <dgm:prSet presAssocID="{A073163B-8E02-4758-B822-1212C73262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C3C1596-AC4E-4D4F-9ED2-7D4FB0D8158E}" type="pres">
      <dgm:prSet presAssocID="{A073163B-8E02-4758-B822-1212C73262AA}" presName="spaceRect" presStyleCnt="0"/>
      <dgm:spPr/>
    </dgm:pt>
    <dgm:pt modelId="{30BBF901-3656-4630-9D45-5B85748B194F}" type="pres">
      <dgm:prSet presAssocID="{A073163B-8E02-4758-B822-1212C73262AA}" presName="textRect" presStyleLbl="revTx" presStyleIdx="0" presStyleCnt="3">
        <dgm:presLayoutVars>
          <dgm:chMax val="1"/>
          <dgm:chPref val="1"/>
        </dgm:presLayoutVars>
      </dgm:prSet>
      <dgm:spPr/>
    </dgm:pt>
    <dgm:pt modelId="{99497181-BE06-416E-802D-ECAC0186C390}" type="pres">
      <dgm:prSet presAssocID="{15DCA3B4-D4A4-449F-ABB4-A90133FFF5D7}" presName="sibTrans" presStyleCnt="0"/>
      <dgm:spPr/>
    </dgm:pt>
    <dgm:pt modelId="{7F3CFFB3-FE4D-408D-8ECA-E5A92BD8164C}" type="pres">
      <dgm:prSet presAssocID="{74E6E172-275F-4F38-9DA5-C4578DEABDA7}" presName="compNode" presStyleCnt="0"/>
      <dgm:spPr/>
    </dgm:pt>
    <dgm:pt modelId="{2DFCCB68-A552-4610-9B24-60DCDD4BE7AD}" type="pres">
      <dgm:prSet presAssocID="{74E6E172-275F-4F38-9DA5-C4578DEABD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92BE1B64-84E5-4CD9-ABCD-61C77DB46BD3}" type="pres">
      <dgm:prSet presAssocID="{74E6E172-275F-4F38-9DA5-C4578DEABDA7}" presName="spaceRect" presStyleCnt="0"/>
      <dgm:spPr/>
    </dgm:pt>
    <dgm:pt modelId="{C482E549-B4BA-465B-B84A-2359F23C42E2}" type="pres">
      <dgm:prSet presAssocID="{74E6E172-275F-4F38-9DA5-C4578DEABDA7}" presName="textRect" presStyleLbl="revTx" presStyleIdx="1" presStyleCnt="3">
        <dgm:presLayoutVars>
          <dgm:chMax val="1"/>
          <dgm:chPref val="1"/>
        </dgm:presLayoutVars>
      </dgm:prSet>
      <dgm:spPr/>
    </dgm:pt>
    <dgm:pt modelId="{30AE4156-1880-4856-9003-A566F1A4C392}" type="pres">
      <dgm:prSet presAssocID="{02719C14-F24C-4268-85FD-F0BC071B79C4}" presName="sibTrans" presStyleCnt="0"/>
      <dgm:spPr/>
    </dgm:pt>
    <dgm:pt modelId="{B83AEEC3-03CD-4C49-8833-FFB2447BCF38}" type="pres">
      <dgm:prSet presAssocID="{EC22C87E-1E40-4B2A-BCEB-68779317E8D7}" presName="compNode" presStyleCnt="0"/>
      <dgm:spPr/>
    </dgm:pt>
    <dgm:pt modelId="{3C4B2F44-24D3-41A3-9F23-202AB8F58BED}" type="pres">
      <dgm:prSet presAssocID="{EC22C87E-1E40-4B2A-BCEB-68779317E8D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743E2C78-CA64-4433-B78A-7945B096DBAC}" type="pres">
      <dgm:prSet presAssocID="{EC22C87E-1E40-4B2A-BCEB-68779317E8D7}" presName="spaceRect" presStyleCnt="0"/>
      <dgm:spPr/>
    </dgm:pt>
    <dgm:pt modelId="{B26B969B-CF06-43BB-B06E-054D4DB850E8}" type="pres">
      <dgm:prSet presAssocID="{EC22C87E-1E40-4B2A-BCEB-68779317E8D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D9D526-CCA4-4E44-A85B-3BA078D65A7F}" type="presOf" srcId="{7E50F961-7BFD-4961-9B51-035FF5222A9D}" destId="{44CCAF6A-C91B-4C47-B846-89DD80BA4AC8}" srcOrd="0" destOrd="0" presId="urn:microsoft.com/office/officeart/2018/2/layout/IconLabelList"/>
    <dgm:cxn modelId="{A311BC31-E4C9-46DF-BA47-1E6DD87EDD42}" srcId="{7E50F961-7BFD-4961-9B51-035FF5222A9D}" destId="{EC22C87E-1E40-4B2A-BCEB-68779317E8D7}" srcOrd="2" destOrd="0" parTransId="{8484250D-27D4-4611-A816-10E5ADBC5A31}" sibTransId="{7661FF85-7724-4136-8860-26820912FECE}"/>
    <dgm:cxn modelId="{E338E840-C657-4C88-A800-2FF20AA20500}" type="presOf" srcId="{A073163B-8E02-4758-B822-1212C73262AA}" destId="{30BBF901-3656-4630-9D45-5B85748B194F}" srcOrd="0" destOrd="0" presId="urn:microsoft.com/office/officeart/2018/2/layout/IconLabelList"/>
    <dgm:cxn modelId="{940B3F70-6BA0-439E-BF2F-F5ABE09804C5}" srcId="{7E50F961-7BFD-4961-9B51-035FF5222A9D}" destId="{A073163B-8E02-4758-B822-1212C73262AA}" srcOrd="0" destOrd="0" parTransId="{6AA62DD3-B67C-4893-B48E-792D599FEB68}" sibTransId="{15DCA3B4-D4A4-449F-ABB4-A90133FFF5D7}"/>
    <dgm:cxn modelId="{269A6251-51DD-4CD3-B03B-89D2DAE577BD}" srcId="{7E50F961-7BFD-4961-9B51-035FF5222A9D}" destId="{74E6E172-275F-4F38-9DA5-C4578DEABDA7}" srcOrd="1" destOrd="0" parTransId="{C8F78E04-7DDE-451B-97CF-43738AE7816F}" sibTransId="{02719C14-F24C-4268-85FD-F0BC071B79C4}"/>
    <dgm:cxn modelId="{BC11CA95-4215-4C3D-A148-D6E5BA7807C6}" type="presOf" srcId="{EC22C87E-1E40-4B2A-BCEB-68779317E8D7}" destId="{B26B969B-CF06-43BB-B06E-054D4DB850E8}" srcOrd="0" destOrd="0" presId="urn:microsoft.com/office/officeart/2018/2/layout/IconLabelList"/>
    <dgm:cxn modelId="{901090D2-7A48-45D9-809F-D62CE1BCB1B8}" type="presOf" srcId="{74E6E172-275F-4F38-9DA5-C4578DEABDA7}" destId="{C482E549-B4BA-465B-B84A-2359F23C42E2}" srcOrd="0" destOrd="0" presId="urn:microsoft.com/office/officeart/2018/2/layout/IconLabelList"/>
    <dgm:cxn modelId="{5A5F9514-51C2-4402-B5DA-3AE1105B481F}" type="presParOf" srcId="{44CCAF6A-C91B-4C47-B846-89DD80BA4AC8}" destId="{627B7AE6-73AA-4241-B215-A8C97BF1ACB0}" srcOrd="0" destOrd="0" presId="urn:microsoft.com/office/officeart/2018/2/layout/IconLabelList"/>
    <dgm:cxn modelId="{FF630CDA-81DF-43E3-BEB9-B952FC0545DE}" type="presParOf" srcId="{627B7AE6-73AA-4241-B215-A8C97BF1ACB0}" destId="{AF4A9366-29CA-4D4D-A370-7032F019212A}" srcOrd="0" destOrd="0" presId="urn:microsoft.com/office/officeart/2018/2/layout/IconLabelList"/>
    <dgm:cxn modelId="{F7DDC7D5-6A5D-441E-9474-876BDBF0AD8A}" type="presParOf" srcId="{627B7AE6-73AA-4241-B215-A8C97BF1ACB0}" destId="{3C3C1596-AC4E-4D4F-9ED2-7D4FB0D8158E}" srcOrd="1" destOrd="0" presId="urn:microsoft.com/office/officeart/2018/2/layout/IconLabelList"/>
    <dgm:cxn modelId="{A63ADB0A-1908-40C8-85BD-35B8F59314CE}" type="presParOf" srcId="{627B7AE6-73AA-4241-B215-A8C97BF1ACB0}" destId="{30BBF901-3656-4630-9D45-5B85748B194F}" srcOrd="2" destOrd="0" presId="urn:microsoft.com/office/officeart/2018/2/layout/IconLabelList"/>
    <dgm:cxn modelId="{84667DA4-898B-4589-85F4-33A3A29C04CA}" type="presParOf" srcId="{44CCAF6A-C91B-4C47-B846-89DD80BA4AC8}" destId="{99497181-BE06-416E-802D-ECAC0186C390}" srcOrd="1" destOrd="0" presId="urn:microsoft.com/office/officeart/2018/2/layout/IconLabelList"/>
    <dgm:cxn modelId="{98FA522C-4557-42C0-AD4B-ABB3F4A1F473}" type="presParOf" srcId="{44CCAF6A-C91B-4C47-B846-89DD80BA4AC8}" destId="{7F3CFFB3-FE4D-408D-8ECA-E5A92BD8164C}" srcOrd="2" destOrd="0" presId="urn:microsoft.com/office/officeart/2018/2/layout/IconLabelList"/>
    <dgm:cxn modelId="{B7A6C35A-5F01-42AC-8CE5-867DF8A3EABB}" type="presParOf" srcId="{7F3CFFB3-FE4D-408D-8ECA-E5A92BD8164C}" destId="{2DFCCB68-A552-4610-9B24-60DCDD4BE7AD}" srcOrd="0" destOrd="0" presId="urn:microsoft.com/office/officeart/2018/2/layout/IconLabelList"/>
    <dgm:cxn modelId="{B38898B3-BB1D-4698-9560-6CE74A1B52BC}" type="presParOf" srcId="{7F3CFFB3-FE4D-408D-8ECA-E5A92BD8164C}" destId="{92BE1B64-84E5-4CD9-ABCD-61C77DB46BD3}" srcOrd="1" destOrd="0" presId="urn:microsoft.com/office/officeart/2018/2/layout/IconLabelList"/>
    <dgm:cxn modelId="{E54A29EF-942F-48AF-9450-97B7DBAB2871}" type="presParOf" srcId="{7F3CFFB3-FE4D-408D-8ECA-E5A92BD8164C}" destId="{C482E549-B4BA-465B-B84A-2359F23C42E2}" srcOrd="2" destOrd="0" presId="urn:microsoft.com/office/officeart/2018/2/layout/IconLabelList"/>
    <dgm:cxn modelId="{B00AE0AC-1FCE-4D81-8058-F43D4993B4F4}" type="presParOf" srcId="{44CCAF6A-C91B-4C47-B846-89DD80BA4AC8}" destId="{30AE4156-1880-4856-9003-A566F1A4C392}" srcOrd="3" destOrd="0" presId="urn:microsoft.com/office/officeart/2018/2/layout/IconLabelList"/>
    <dgm:cxn modelId="{D5BF1011-004A-4DD2-A54F-10465CBB594E}" type="presParOf" srcId="{44CCAF6A-C91B-4C47-B846-89DD80BA4AC8}" destId="{B83AEEC3-03CD-4C49-8833-FFB2447BCF38}" srcOrd="4" destOrd="0" presId="urn:microsoft.com/office/officeart/2018/2/layout/IconLabelList"/>
    <dgm:cxn modelId="{98EFA553-ECF9-4D69-9FB5-72F6A904D590}" type="presParOf" srcId="{B83AEEC3-03CD-4C49-8833-FFB2447BCF38}" destId="{3C4B2F44-24D3-41A3-9F23-202AB8F58BED}" srcOrd="0" destOrd="0" presId="urn:microsoft.com/office/officeart/2018/2/layout/IconLabelList"/>
    <dgm:cxn modelId="{767A9B6A-8DCF-46AB-B16C-F93995AD85A0}" type="presParOf" srcId="{B83AEEC3-03CD-4C49-8833-FFB2447BCF38}" destId="{743E2C78-CA64-4433-B78A-7945B096DBAC}" srcOrd="1" destOrd="0" presId="urn:microsoft.com/office/officeart/2018/2/layout/IconLabelList"/>
    <dgm:cxn modelId="{23194246-8957-445F-A0ED-D18FA5D67EBE}" type="presParOf" srcId="{B83AEEC3-03CD-4C49-8833-FFB2447BCF38}" destId="{B26B969B-CF06-43BB-B06E-054D4DB850E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E9705-FA83-4E99-A7FE-64C4CEABADE3}">
      <dsp:nvSpPr>
        <dsp:cNvPr id="0" name=""/>
        <dsp:cNvSpPr/>
      </dsp:nvSpPr>
      <dsp:spPr>
        <a:xfrm>
          <a:off x="1020487" y="664251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6696C-8FB4-49F7-B145-CED5A6FAF467}">
      <dsp:nvSpPr>
        <dsp:cNvPr id="0" name=""/>
        <dsp:cNvSpPr/>
      </dsp:nvSpPr>
      <dsp:spPr>
        <a:xfrm>
          <a:off x="393" y="187549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A comprehensive toolkit designed to speed up daily Excel tasks.</a:t>
          </a:r>
        </a:p>
      </dsp:txBody>
      <dsp:txXfrm>
        <a:off x="393" y="1875490"/>
        <a:ext cx="3138750" cy="470812"/>
      </dsp:txXfrm>
    </dsp:sp>
    <dsp:sp modelId="{1C797EA0-7B73-4BFA-AE7C-F22A9221D4BA}">
      <dsp:nvSpPr>
        <dsp:cNvPr id="0" name=""/>
        <dsp:cNvSpPr/>
      </dsp:nvSpPr>
      <dsp:spPr>
        <a:xfrm>
          <a:off x="393" y="2398710"/>
          <a:ext cx="3138750" cy="885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8DCBB9-8458-48E4-B2B7-CEE38C3CE8EC}">
      <dsp:nvSpPr>
        <dsp:cNvPr id="0" name=""/>
        <dsp:cNvSpPr/>
      </dsp:nvSpPr>
      <dsp:spPr>
        <a:xfrm>
          <a:off x="4708518" y="664251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5E53E-08CF-447E-94A4-BC121DA1B1E6}">
      <dsp:nvSpPr>
        <dsp:cNvPr id="0" name=""/>
        <dsp:cNvSpPr/>
      </dsp:nvSpPr>
      <dsp:spPr>
        <a:xfrm>
          <a:off x="3688425" y="187549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Key Features:</a:t>
          </a:r>
          <a:endParaRPr lang="en-US" sz="1600" kern="1200"/>
        </a:p>
      </dsp:txBody>
      <dsp:txXfrm>
        <a:off x="3688425" y="1875490"/>
        <a:ext cx="3138750" cy="470812"/>
      </dsp:txXfrm>
    </dsp:sp>
    <dsp:sp modelId="{F2A93AB5-FE48-4487-ACC2-42C171F62242}">
      <dsp:nvSpPr>
        <dsp:cNvPr id="0" name=""/>
        <dsp:cNvSpPr/>
      </dsp:nvSpPr>
      <dsp:spPr>
        <a:xfrm>
          <a:off x="3688425" y="2398710"/>
          <a:ext cx="3138750" cy="885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Generate Visual Assets (QR/Bar Codes).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Automated Data Cleaning.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Structural Reorganization (Swapping Tools).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Interactive Elements (Checkboxes).</a:t>
          </a:r>
        </a:p>
      </dsp:txBody>
      <dsp:txXfrm>
        <a:off x="3688425" y="2398710"/>
        <a:ext cx="3138750" cy="885913"/>
      </dsp:txXfrm>
    </dsp:sp>
    <dsp:sp modelId="{B3D08C2D-C205-401F-8BB0-B536B63C039F}">
      <dsp:nvSpPr>
        <dsp:cNvPr id="0" name=""/>
        <dsp:cNvSpPr/>
      </dsp:nvSpPr>
      <dsp:spPr>
        <a:xfrm>
          <a:off x="8396550" y="664251"/>
          <a:ext cx="1098562" cy="1098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4BBA8-93DC-4883-B6D7-1829FF3BBF0E}">
      <dsp:nvSpPr>
        <dsp:cNvPr id="0" name=""/>
        <dsp:cNvSpPr/>
      </dsp:nvSpPr>
      <dsp:spPr>
        <a:xfrm>
          <a:off x="7376456" y="187549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Goal:</a:t>
          </a:r>
          <a:r>
            <a:rPr lang="en-US" sz="1600" kern="1200"/>
            <a:t> Reduce manual effort and eliminate formatting errors.</a:t>
          </a:r>
        </a:p>
      </dsp:txBody>
      <dsp:txXfrm>
        <a:off x="7376456" y="1875490"/>
        <a:ext cx="3138750" cy="470812"/>
      </dsp:txXfrm>
    </dsp:sp>
    <dsp:sp modelId="{CCE57FB4-5ECB-4D58-B04C-4E37027E213E}">
      <dsp:nvSpPr>
        <dsp:cNvPr id="0" name=""/>
        <dsp:cNvSpPr/>
      </dsp:nvSpPr>
      <dsp:spPr>
        <a:xfrm>
          <a:off x="7376456" y="2398710"/>
          <a:ext cx="3138750" cy="885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D5F77-A50C-409A-A003-2A6E2D6E7ADE}">
      <dsp:nvSpPr>
        <dsp:cNvPr id="0" name=""/>
        <dsp:cNvSpPr/>
      </dsp:nvSpPr>
      <dsp:spPr>
        <a:xfrm>
          <a:off x="1020487" y="447333"/>
          <a:ext cx="1098562" cy="1098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0E3C0-578E-43A8-8C40-4235B3FF8B1E}">
      <dsp:nvSpPr>
        <dsp:cNvPr id="0" name=""/>
        <dsp:cNvSpPr/>
      </dsp:nvSpPr>
      <dsp:spPr>
        <a:xfrm>
          <a:off x="393" y="167722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b="1" kern="1200"/>
            <a:t>Image in Comment:</a:t>
          </a:r>
          <a:endParaRPr lang="en-US" sz="2700" kern="1200"/>
        </a:p>
      </dsp:txBody>
      <dsp:txXfrm>
        <a:off x="393" y="1677227"/>
        <a:ext cx="3138750" cy="470812"/>
      </dsp:txXfrm>
    </dsp:sp>
    <dsp:sp modelId="{0A54082C-2F9E-40BA-9ADC-F629F8F54C48}">
      <dsp:nvSpPr>
        <dsp:cNvPr id="0" name=""/>
        <dsp:cNvSpPr/>
      </dsp:nvSpPr>
      <dsp:spPr>
        <a:xfrm>
          <a:off x="393" y="2209123"/>
          <a:ext cx="3138750" cy="1292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Insert product images or reference photos directly into cell comments.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Use Case:</a:t>
          </a:r>
          <a:r>
            <a:rPr lang="en-US" sz="1700" kern="1200"/>
            <a:t> Product Catalogs, Employee Rosters.</a:t>
          </a:r>
        </a:p>
      </dsp:txBody>
      <dsp:txXfrm>
        <a:off x="393" y="2209123"/>
        <a:ext cx="3138750" cy="1292418"/>
      </dsp:txXfrm>
    </dsp:sp>
    <dsp:sp modelId="{27259C7E-570C-4018-A730-E4A44373A4B0}">
      <dsp:nvSpPr>
        <dsp:cNvPr id="0" name=""/>
        <dsp:cNvSpPr/>
      </dsp:nvSpPr>
      <dsp:spPr>
        <a:xfrm>
          <a:off x="4708518" y="447333"/>
          <a:ext cx="1098562" cy="1098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DCDE1-A7E8-45F8-8D5C-4DB42F7A5D9A}">
      <dsp:nvSpPr>
        <dsp:cNvPr id="0" name=""/>
        <dsp:cNvSpPr/>
      </dsp:nvSpPr>
      <dsp:spPr>
        <a:xfrm>
          <a:off x="3688425" y="167722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b="1" kern="1200" dirty="0"/>
            <a:t>Create QR Code:</a:t>
          </a:r>
          <a:endParaRPr lang="en-US" sz="2700" kern="1200" dirty="0"/>
        </a:p>
      </dsp:txBody>
      <dsp:txXfrm>
        <a:off x="3688425" y="1677227"/>
        <a:ext cx="3138750" cy="470812"/>
      </dsp:txXfrm>
    </dsp:sp>
    <dsp:sp modelId="{8185EC99-4661-4F7D-B83F-053D9AFCF0C4}">
      <dsp:nvSpPr>
        <dsp:cNvPr id="0" name=""/>
        <dsp:cNvSpPr/>
      </dsp:nvSpPr>
      <dsp:spPr>
        <a:xfrm>
          <a:off x="3688425" y="2209123"/>
          <a:ext cx="3138750" cy="1292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 high-quality (HD) QR codes from cell text or URLs instantly.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Use Case:</a:t>
          </a:r>
          <a:r>
            <a:rPr lang="en-US" sz="1700" kern="1200"/>
            <a:t> Website links, Digital Business Cards.</a:t>
          </a:r>
        </a:p>
      </dsp:txBody>
      <dsp:txXfrm>
        <a:off x="3688425" y="2209123"/>
        <a:ext cx="3138750" cy="1292418"/>
      </dsp:txXfrm>
    </dsp:sp>
    <dsp:sp modelId="{D46036D3-B3C2-42EF-A0AF-6F859F4AE4DD}">
      <dsp:nvSpPr>
        <dsp:cNvPr id="0" name=""/>
        <dsp:cNvSpPr/>
      </dsp:nvSpPr>
      <dsp:spPr>
        <a:xfrm>
          <a:off x="8396550" y="447333"/>
          <a:ext cx="1098562" cy="1098562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75382-FC35-4507-A247-935D29B381BA}">
      <dsp:nvSpPr>
        <dsp:cNvPr id="0" name=""/>
        <dsp:cNvSpPr/>
      </dsp:nvSpPr>
      <dsp:spPr>
        <a:xfrm>
          <a:off x="7376456" y="1677227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b="1" kern="1200"/>
            <a:t>Create Bar Code:</a:t>
          </a:r>
          <a:endParaRPr lang="en-US" sz="2700" kern="1200"/>
        </a:p>
      </dsp:txBody>
      <dsp:txXfrm>
        <a:off x="7376456" y="1677227"/>
        <a:ext cx="3138750" cy="470812"/>
      </dsp:txXfrm>
    </dsp:sp>
    <dsp:sp modelId="{8BE9ED28-028A-40F6-9CF5-39AE600E4133}">
      <dsp:nvSpPr>
        <dsp:cNvPr id="0" name=""/>
        <dsp:cNvSpPr/>
      </dsp:nvSpPr>
      <dsp:spPr>
        <a:xfrm>
          <a:off x="7376456" y="2209123"/>
          <a:ext cx="3138750" cy="1292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 professional bar codes for inventory management.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Use Case:</a:t>
          </a:r>
          <a:r>
            <a:rPr lang="en-US" sz="1700" kern="1200"/>
            <a:t> SKU Tracking, Invoice tagging.</a:t>
          </a:r>
        </a:p>
      </dsp:txBody>
      <dsp:txXfrm>
        <a:off x="7376456" y="2209123"/>
        <a:ext cx="3138750" cy="12924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1E3FD-01EF-404D-A6C9-EE0C4C501787}">
      <dsp:nvSpPr>
        <dsp:cNvPr id="0" name=""/>
        <dsp:cNvSpPr/>
      </dsp:nvSpPr>
      <dsp:spPr>
        <a:xfrm>
          <a:off x="0" y="271165"/>
          <a:ext cx="105156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Advanced cleaning: Removes leading, trailing, and extra spaces.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Benefit:</a:t>
          </a:r>
          <a:r>
            <a:rPr lang="en-US" sz="1700" kern="1200"/>
            <a:t> Fixes "VLOOKUP errors" caused by ghost spaces.</a:t>
          </a:r>
        </a:p>
      </dsp:txBody>
      <dsp:txXfrm>
        <a:off x="0" y="271165"/>
        <a:ext cx="10515600" cy="990675"/>
      </dsp:txXfrm>
    </dsp:sp>
    <dsp:sp modelId="{88FC0D71-D516-4106-A476-52F43FC2D83C}">
      <dsp:nvSpPr>
        <dsp:cNvPr id="0" name=""/>
        <dsp:cNvSpPr/>
      </dsp:nvSpPr>
      <dsp:spPr>
        <a:xfrm>
          <a:off x="525780" y="20245"/>
          <a:ext cx="7360920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Trim Selected Text:</a:t>
          </a:r>
          <a:endParaRPr lang="en-US" sz="1700" kern="1200"/>
        </a:p>
      </dsp:txBody>
      <dsp:txXfrm>
        <a:off x="550278" y="44743"/>
        <a:ext cx="7311924" cy="452844"/>
      </dsp:txXfrm>
    </dsp:sp>
    <dsp:sp modelId="{493CFB2A-C436-43CA-A762-D45D1AB0D044}">
      <dsp:nvSpPr>
        <dsp:cNvPr id="0" name=""/>
        <dsp:cNvSpPr/>
      </dsp:nvSpPr>
      <dsp:spPr>
        <a:xfrm>
          <a:off x="0" y="1604560"/>
          <a:ext cx="105156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Instantly fill empty cells with default values (e.g., "0", "NA") or previous values.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Benefit:</a:t>
          </a:r>
          <a:r>
            <a:rPr lang="en-US" sz="1700" kern="1200"/>
            <a:t> Prepares data for Pivot Tables and reporting.</a:t>
          </a:r>
        </a:p>
      </dsp:txBody>
      <dsp:txXfrm>
        <a:off x="0" y="1604560"/>
        <a:ext cx="10515600" cy="990675"/>
      </dsp:txXfrm>
    </dsp:sp>
    <dsp:sp modelId="{BF1E3287-3DEC-42AC-8963-7361F705C011}">
      <dsp:nvSpPr>
        <dsp:cNvPr id="0" name=""/>
        <dsp:cNvSpPr/>
      </dsp:nvSpPr>
      <dsp:spPr>
        <a:xfrm>
          <a:off x="525780" y="1353640"/>
          <a:ext cx="7360920" cy="5018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Fill Blanks:</a:t>
          </a:r>
          <a:endParaRPr lang="en-US" sz="1700" kern="1200"/>
        </a:p>
      </dsp:txBody>
      <dsp:txXfrm>
        <a:off x="550278" y="1378138"/>
        <a:ext cx="7311924" cy="452844"/>
      </dsp:txXfrm>
    </dsp:sp>
    <dsp:sp modelId="{F9DBAE58-A400-4F77-B091-2366F5C7677C}">
      <dsp:nvSpPr>
        <dsp:cNvPr id="0" name=""/>
        <dsp:cNvSpPr/>
      </dsp:nvSpPr>
      <dsp:spPr>
        <a:xfrm>
          <a:off x="0" y="2937955"/>
          <a:ext cx="10515600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Generate dummy data for testing or modeling.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1" kern="1200"/>
            <a:t>Benefit:</a:t>
          </a:r>
          <a:r>
            <a:rPr lang="en-US" sz="1700" kern="1200"/>
            <a:t> Rapidly create datasets for practice or prototyping.</a:t>
          </a:r>
        </a:p>
      </dsp:txBody>
      <dsp:txXfrm>
        <a:off x="0" y="2937955"/>
        <a:ext cx="10515600" cy="990675"/>
      </dsp:txXfrm>
    </dsp:sp>
    <dsp:sp modelId="{A8021F56-A005-43BF-87DE-856641C119E0}">
      <dsp:nvSpPr>
        <dsp:cNvPr id="0" name=""/>
        <dsp:cNvSpPr/>
      </dsp:nvSpPr>
      <dsp:spPr>
        <a:xfrm>
          <a:off x="525780" y="2687035"/>
          <a:ext cx="7360920" cy="5018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Fill Random Num / Text:</a:t>
          </a:r>
          <a:endParaRPr lang="en-US" sz="1700" kern="1200"/>
        </a:p>
      </dsp:txBody>
      <dsp:txXfrm>
        <a:off x="550278" y="2711533"/>
        <a:ext cx="7311924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A3908-7725-4374-BB6D-DED6ADC8C43E}">
      <dsp:nvSpPr>
        <dsp:cNvPr id="0" name=""/>
        <dsp:cNvSpPr/>
      </dsp:nvSpPr>
      <dsp:spPr>
        <a:xfrm>
          <a:off x="559" y="528029"/>
          <a:ext cx="4821361" cy="28928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Insert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Insert Check Boxes: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Add interactive checkboxes to single cells or bulk ranges.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 Case: To-Do Lists, Task Trackers, Project Status forms.</a:t>
          </a:r>
        </a:p>
      </dsp:txBody>
      <dsp:txXfrm>
        <a:off x="559" y="528029"/>
        <a:ext cx="4821361" cy="2892816"/>
      </dsp:txXfrm>
    </dsp:sp>
    <dsp:sp modelId="{0AB82F73-EA33-442E-BF14-CB9C57038046}">
      <dsp:nvSpPr>
        <dsp:cNvPr id="0" name=""/>
        <dsp:cNvSpPr/>
      </dsp:nvSpPr>
      <dsp:spPr>
        <a:xfrm>
          <a:off x="4896197" y="1852938"/>
          <a:ext cx="723204" cy="243000"/>
        </a:xfrm>
        <a:prstGeom prst="rightArrow">
          <a:avLst>
            <a:gd name="adj1" fmla="val 50000"/>
            <a:gd name="adj2" fmla="val 5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61B8B-83BD-42FF-B091-0700325A24D9}">
      <dsp:nvSpPr>
        <dsp:cNvPr id="0" name=""/>
        <dsp:cNvSpPr/>
      </dsp:nvSpPr>
      <dsp:spPr>
        <a:xfrm>
          <a:off x="5693678" y="528029"/>
          <a:ext cx="4821361" cy="289281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Smart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Smart Swapping Tools: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Swap Columns: Exchange data between two columns without cutting/pasting.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Swap Rows: Instantly switch two rows of data.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Swap Cells: Swap values between any two selected cells.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Why use this? Prevents data loss and reference errors that happen during manual copy-paste.</a:t>
          </a:r>
        </a:p>
      </dsp:txBody>
      <dsp:txXfrm>
        <a:off x="5693678" y="528029"/>
        <a:ext cx="4821361" cy="28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A9366-29CA-4D4D-A370-7032F019212A}">
      <dsp:nvSpPr>
        <dsp:cNvPr id="0" name=""/>
        <dsp:cNvSpPr/>
      </dsp:nvSpPr>
      <dsp:spPr>
        <a:xfrm>
          <a:off x="1212569" y="786033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BF901-3656-4630-9D45-5B85748B194F}">
      <dsp:nvSpPr>
        <dsp:cNvPr id="0" name=""/>
        <dsp:cNvSpPr/>
      </dsp:nvSpPr>
      <dsp:spPr>
        <a:xfrm>
          <a:off x="417971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Efficiency:</a:t>
          </a:r>
          <a:r>
            <a:rPr lang="en-US" sz="1700" kern="1200"/>
            <a:t> Perform complex tasks in a single click.</a:t>
          </a:r>
        </a:p>
      </dsp:txBody>
      <dsp:txXfrm>
        <a:off x="417971" y="2442842"/>
        <a:ext cx="2889450" cy="720000"/>
      </dsp:txXfrm>
    </dsp:sp>
    <dsp:sp modelId="{2DFCCB68-A552-4610-9B24-60DCDD4BE7AD}">
      <dsp:nvSpPr>
        <dsp:cNvPr id="0" name=""/>
        <dsp:cNvSpPr/>
      </dsp:nvSpPr>
      <dsp:spPr>
        <a:xfrm>
          <a:off x="4607673" y="786033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2E549-B4BA-465B-B84A-2359F23C42E2}">
      <dsp:nvSpPr>
        <dsp:cNvPr id="0" name=""/>
        <dsp:cNvSpPr/>
      </dsp:nvSpPr>
      <dsp:spPr>
        <a:xfrm>
          <a:off x="3813075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Accuracy:</a:t>
          </a:r>
          <a:r>
            <a:rPr lang="en-US" sz="1700" kern="1200"/>
            <a:t> Eliminate human errors in data cleaning and swapping.</a:t>
          </a:r>
        </a:p>
      </dsp:txBody>
      <dsp:txXfrm>
        <a:off x="3813075" y="2442842"/>
        <a:ext cx="2889450" cy="720000"/>
      </dsp:txXfrm>
    </dsp:sp>
    <dsp:sp modelId="{3C4B2F44-24D3-41A3-9F23-202AB8F58BED}">
      <dsp:nvSpPr>
        <dsp:cNvPr id="0" name=""/>
        <dsp:cNvSpPr/>
      </dsp:nvSpPr>
      <dsp:spPr>
        <a:xfrm>
          <a:off x="8002777" y="786033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B969B-CF06-43BB-B06E-054D4DB850E8}">
      <dsp:nvSpPr>
        <dsp:cNvPr id="0" name=""/>
        <dsp:cNvSpPr/>
      </dsp:nvSpPr>
      <dsp:spPr>
        <a:xfrm>
          <a:off x="7208178" y="2442842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Professionalism:</a:t>
          </a:r>
          <a:r>
            <a:rPr lang="en-US" sz="1700" kern="1200"/>
            <a:t> Create standard QR codes and interactive forms easily.</a:t>
          </a:r>
        </a:p>
      </dsp:txBody>
      <dsp:txXfrm>
        <a:off x="7208178" y="2442842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91C1-BC01-C35C-798D-14AE40B39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11A200-7AF4-63E8-23F9-90E33B837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C6DD-7D19-E63D-14B1-811FFC4B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404D0-3874-0513-346A-576258E9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ABBE6-E6F2-3D90-570E-A6C5D2FC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0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FFC3-CB3F-AFBF-C096-A581A0BB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0B5A-C7B7-9E0B-1F8D-C9B3C63FB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E540-AD7D-988A-4A14-DC66562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81551-708C-AA78-5497-619599A2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4DEDB-26CC-D328-F4FF-C2CFA861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19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47AA-1ACD-4A28-1F62-C44586E4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2182B-9577-00F4-5DA4-4F21661A0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C2701-7C55-A627-42B4-161ABA1E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1538-DD52-72EB-5638-EB97B54B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C2703-29C6-704C-1926-805F2D0D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5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23B6-71AC-1977-8420-AA5AA0153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E263E-AB84-5D2C-4C49-4329C0556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AA22D-A8EE-B804-E0EC-02CFD4431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62E19-0655-93BF-9AC3-533450ACA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F4E07-2875-F802-941E-6210EEB0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FB9D-9865-89DB-6C62-1CB08567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96DB-3DFB-B632-403C-33289769B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1218D-E321-8FD9-F8E0-E53EA542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4368E-4774-E696-F585-0B0387C7C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15E7E7-BAD5-3D8C-2924-9FC38D29D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35E66-5CB0-DC9E-DB89-08CE55AEA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8A38E-E51B-6B89-CAEA-66D8E907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2E1D8-7287-8DDB-7FF3-7FE5CB4E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28A86-D6CF-C089-1E03-31F49DB9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5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1E18-11D3-26FF-E300-385079C6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AAF66-07ED-6BB7-0CE0-6B472CED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BE7CB-3A73-7737-75E8-6328482A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D3E9F-562D-42E3-AA88-B06DF6D9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B98D6-C294-FFB3-78EF-1F528D2B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186261-09A0-8383-7901-47A3631A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A1573-4070-ED0D-5474-FEA1F443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4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515F-D5A9-EB58-EB47-5F19328D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6A78-655C-7B70-80DA-FC652A71C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8100E-251F-63FE-3076-415C3C296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70C82-0501-AAFA-E770-57663885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5EB1D-8972-A764-CB2A-7FBE21FF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DE935-059E-33B9-81D0-C89B3A5B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4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F2F8-D902-CE8A-3134-F16C9670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13626-FABB-CC14-ABA7-FEFA7731F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52B4F-EBF9-CCBB-DA7B-1E92151B8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2B81A-0F07-DC81-DA33-F5AE3A59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5B4F0-16AC-2398-F472-CA0FCD69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9EF2F-2C8B-2494-CB80-5D55D96C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01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67C1-F0B9-8F2E-14BD-33309B59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F923C-00A0-31E0-44E0-2B3FACB48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34A8A-E7AE-868D-A037-3B860FB8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0EB9E-FEA9-0DF6-EF93-3E1A9797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E2F9-B893-5B31-ABF8-0E7AFC9F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4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9ED1B-32D2-EF24-0C4B-1344C3BC6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41A1A-E9BA-F1A7-908F-6DF473DBE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DD8AE-369A-41C0-5C78-68E577E27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9454C-AEA2-CEE5-5D8B-FA6AF660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19238-94E3-C9E4-2E9E-59115466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B6A15-356C-57B3-20D7-4C972E6C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1D5AC-6D44-98D8-73F1-51C49554C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9DE0D-5840-7CAA-BC3D-E14949CE8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BBD83-BA4D-4D84-938B-AC3B597C276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614A4-64CD-6AB9-2852-F9D34C29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F0C51-8580-4279-8F34-E184D315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CAC57-AD53-4F9E-9E3E-B0D026762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0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4006D-3833-A937-9CA5-3620C5FE6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FFFFFF"/>
                </a:solidFill>
              </a:rPr>
              <a:t>Data Utilities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38B84-3EFA-4769-D714-E3AC751BD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XLBooster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8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FEACD-03C3-C67B-3166-2459228B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What is Data Utilities?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1CD9A-4D87-4316-3D25-EB6A5EDC3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601279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330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89E55-1F4A-C22C-0851-AC5C4E6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QR &amp; Bar Code Generation Tools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B561C4-8FA3-2260-CD31-2C198AB25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94646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093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45A11-E796-25CC-731C-427F6E42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Data Cleaning &amp; Filling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81ECEE-88BE-2506-75A1-E9F53B700D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14123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29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1C06D-0F07-798B-917C-F4E583DC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Interactive &amp; Structural Tools</a:t>
            </a: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7E0824-8B67-6F61-AE6E-674FC7B56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92002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865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92816-D0C0-7EF4-EBF8-8CE35E97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Why Use This Toolkit?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B83DE4-C7CF-CD70-EF0D-FDD8AF388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269698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530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350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Data Utilities</vt:lpstr>
      <vt:lpstr>What is Data Utilities?</vt:lpstr>
      <vt:lpstr>QR &amp; Bar Code Generation Tools</vt:lpstr>
      <vt:lpstr>Data Cleaning &amp; Filling</vt:lpstr>
      <vt:lpstr>Interactive &amp; Structural Tools</vt:lpstr>
      <vt:lpstr>Why Use This Toolkit?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1</cp:revision>
  <dcterms:created xsi:type="dcterms:W3CDTF">2026-01-21T06:46:29Z</dcterms:created>
  <dcterms:modified xsi:type="dcterms:W3CDTF">2026-01-21T06:55:42Z</dcterms:modified>
</cp:coreProperties>
</file>