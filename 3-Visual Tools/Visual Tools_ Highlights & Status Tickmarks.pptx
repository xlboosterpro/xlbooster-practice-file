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96E9-F295-AD3B-942C-301B02AF3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B10CE-5B9A-1549-8420-49E63B1F2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6A17A-C401-4AD3-9A88-A7BAE257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4B4AA-171F-409B-1049-B84A3A91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4FD2-7E80-650C-9A2B-56C6F305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4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FA8A-56B8-E72C-7DF9-4B4B82B8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B8AB4-A8F7-CB6C-9C66-6926F333A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2B972-1102-5874-222F-97CB5B90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E91A5-6C4E-0280-F8B5-8954F000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679DA-116D-E3FC-16EE-F499900C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7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93ED-7760-8970-3FA7-FC415C4B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D4EF9-5915-90A3-E609-D22C555A7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7847F-41BA-8DF9-AADC-29E48DDD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28AF4-E008-1DAF-8489-5E35D2D8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4731D-1CCF-93D9-AD6B-6657A0C6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3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93AB-4374-8927-9838-2F3C3315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E5059-D1F3-232A-8531-5388B6330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CAA14-7FC1-D233-F9F9-5BECB3CE4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23023-4EE5-F9BF-94F1-B723B2292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AAFE7-6944-EC11-492B-1B1B6B27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493A8-C980-BF77-B99B-3FAA4D02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9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1241-5F1B-2247-BCBB-F528F425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96B89-70C0-D6C9-32E9-3BD6CC069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E47AD-E336-8988-6E50-77E67C16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99F38-F1EB-840A-102B-E9E39658E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041E2-06CB-F2E6-E261-DFD59530D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52E95-3A14-8FF3-5585-BD8FE32A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24F4A-4AAF-19DA-E224-4323064D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463A8-AAA6-6053-0315-C064B463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79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B248-3861-9519-C7CA-50E7B6C8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7DD72-8038-606F-7A1C-946536DC8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F20-1201-BB22-C6E5-FB81AE67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60A9D-8D6F-1D44-BD9C-A00FA93B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8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ACEF1-9195-33AC-6C99-2DACCD60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B4D0F-44FD-612D-5F25-4EDEEEBE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82201-7605-6F95-5F3F-2CA57176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76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232C-D321-C6C3-7D49-29B534C1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5356B-D271-B839-CB1A-EB8D42DCA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25B2F-A2F6-982E-89A0-C50A8FD10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C7FC0-5AB6-19CB-5C72-E2BAD686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0AF78-5747-9EC3-BF17-E4AE360C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63B39-9D76-2D8E-FCAF-6CC22005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5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9B0F2-E81F-3E8A-5F6D-F35795E0B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AEA0A-E87B-DBB5-A3A1-E3D18270A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2701A-9001-FEFA-C14D-C804C8D82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1F7A5-922F-185B-5932-33A1F800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8B782-3341-C26F-C221-086B6171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08BA6-12ED-C239-2B18-B65D9B83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4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3C25-29D4-94E5-D359-39568CFA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30C9D-D945-4BD9-F1D3-51B9A6ADF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C7ED3-2241-CF0D-8A31-5B4D6773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4D56-874D-0CAD-B1C3-A2629467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671-873E-E613-7186-2348DDA0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539E2D-7A80-7520-E832-FD83F83D5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6C380-2F9C-F5D4-4E67-7F4C5FE5B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297B5-DAAD-ED74-B07D-F0073E85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F96A-C8B8-4AEB-8614-DC475F87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BE767-B017-7687-1CBC-EE973E54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6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258A8-FFB5-2FB6-9CAA-9B19D0C5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BA5F6-6829-AD88-3E74-C6BB6163D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3B079-3FF0-4724-5853-C7B7156C7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03A35-B152-48DA-807A-8ED8C315D68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D3ED3-AE81-13AF-773F-61603CE03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731ED-77F9-C7BA-0875-B38CC13A5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505A6-3C7A-4B37-AC22-1FB0CD70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4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E348B-8A3D-62A5-F4DC-16349D487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US" sz="5600" b="1" dirty="0">
                <a:solidFill>
                  <a:srgbClr val="FFFFFF"/>
                </a:solidFill>
              </a:rPr>
              <a:t>Highlights &amp; Status Tick marks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D2939-53D7-A1CA-D440-0B1984FAD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Fast, consistent visual formatting for Excel reports and reviews</a:t>
            </a:r>
          </a:p>
        </p:txBody>
      </p:sp>
      <p:sp>
        <p:nvSpPr>
          <p:cNvPr id="6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38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1BDD3-20FA-FA87-BED6-8103936A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</a:rPr>
              <a:t>Agenda</a:t>
            </a:r>
            <a:endParaRPr lang="en-US" sz="6600" dirty="0">
              <a:solidFill>
                <a:srgbClr val="FFFFFF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4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D0B0-5107-801A-3512-5D4FF42AC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Why visual indicators matter in spreadsheets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Overview of the Visual Tools group</a:t>
            </a:r>
          </a:p>
          <a:p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adjustment (Increase / Decrease)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Highlight borders &amp; Clear Highlight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Change Border Color (custom / light borders)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Status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Tickmarks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: confirmation, flags, symbols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Demo walkthrough (step-by-step)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Best practices, accessibility, and tips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Q&amp;A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48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54B3E-F13B-B518-72BD-F3ADB797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</a:rPr>
              <a:t>Why Visual Indicators Matter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5898-B465-AC6E-0E00-66387D424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Speeds up review and decision-making by drawing attention to important cells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Reduces human error: reviewers immediately see outliers, pending items, or blocked rows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Standardizes reports across teams — consistent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colours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and marks mean consistent actions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Improves handover and auditability: visual cues explain intent without extra documentation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346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0D980-7582-E4B0-CF71-B59647F2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</a:rPr>
              <a:t>Increase </a:t>
            </a:r>
            <a:r>
              <a:rPr lang="en-US" sz="6600" b="1" dirty="0" err="1">
                <a:solidFill>
                  <a:srgbClr val="FFFFFF"/>
                </a:solidFill>
              </a:rPr>
              <a:t>Colour</a:t>
            </a:r>
            <a:endParaRPr lang="en-US" sz="6600" b="1" dirty="0">
              <a:solidFill>
                <a:srgbClr val="FFFFFF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5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43102-5B04-B762-31FC-53DE1B43C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Purpose: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Make the selected cell or range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richer and deeper while keeping the same hue.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     How to use: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Select range or cells to emphasize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Click 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Increase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once for a visible deepening; click multiple times for stronger effect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     When to use: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Emphasize headers, totals, or high-priority rows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Highlight confirmed values (positive outcomes)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71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30E6D-598E-921E-467B-AE88A046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</a:rPr>
              <a:t>Decrease </a:t>
            </a:r>
            <a:r>
              <a:rPr lang="en-US" sz="6600" b="1" dirty="0" err="1">
                <a:solidFill>
                  <a:srgbClr val="FFFFFF"/>
                </a:solidFill>
              </a:rPr>
              <a:t>Colour</a:t>
            </a:r>
            <a:endParaRPr lang="en-US" sz="6600" dirty="0">
              <a:solidFill>
                <a:srgbClr val="FFFFFF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5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52C64-91EE-5B73-EEF5-79238213E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Purpose: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Lighten the selected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to reduce visual weight without removing emphasis.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     How to use: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Select the target cells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Click 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Decrease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repeatedly until the desired tint is reached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     When to use: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Soften background for large tables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Make borders and text more readable by reducing background intensity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17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6EEB4-6174-0272-AB69-0DC2A58D6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</a:rPr>
              <a:t>Highlight Borders</a:t>
            </a:r>
            <a:endParaRPr lang="en-US" sz="6600" dirty="0">
              <a:solidFill>
                <a:srgbClr val="FFFFFF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B18AE-7DE2-3FFF-F297-4E7716DD6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Purpose: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Apply thick, colored borders to call out rows or groups.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     Buttons &amp; Use Cases: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Red Highlight: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Critical issues, errors, or failed checks</a:t>
            </a:r>
          </a:p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Green Highlight: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Approved items, passed checks, or completed tasks</a:t>
            </a:r>
          </a:p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Orange Highlight: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Items needing attention or work in progress</a:t>
            </a:r>
          </a:p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Blue Highlight: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Neutral emphasis — informational sections or references</a:t>
            </a:r>
          </a:p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Clear Highlight: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Remove all highlight borders and return to default formatting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45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D1C90-24A4-F5B0-4627-3735F6E8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</a:rPr>
              <a:t>Change Border Color</a:t>
            </a:r>
            <a:endParaRPr lang="en-US" sz="6600" dirty="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DC011-D628-A177-9A3F-2AF077879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Purpose: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Lets the user pick a custom border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(dialog) to apply to selected cells.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     Behavior: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Click opens 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-picker dialog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User selects 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(recommendation: choose a lighter tint for borders)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Borders update immediately for the selected range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     Why a light border option matters: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Heavy dark borders create visual clutter on dense sheets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Light, subtle borders improve readability while preserving structure</a:t>
            </a:r>
          </a:p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Speaker note: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Demonstrate selecting a pale gray or soft blue border color.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217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05483-DAA0-02AE-F4ED-7AEE6F93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577" y="381935"/>
            <a:ext cx="4392076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Status Tick marks (Overview)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9EE2-5CEC-F3FC-F7C5-EAC7498C6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Purpose: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Add concise visual symbols to indicate status, priority, or action required.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     Key benefits: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Compact: symbols occupy a small visual footprint but convey clear meaning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Actionable: reviewers can take immediate steps based on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tickmarks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Reversible: use “Remove All Marks” to clear visual noise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456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D8C14-D778-BE4E-00D2-8ABB4CF6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</a:rPr>
              <a:t>Remove All Marks &amp; Tick mark Settings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332E-8BF7-A50F-C41C-41B6BDC9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   Remove All Marks 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Clears every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tickmark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/flag from the selection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   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Tickmark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Settings 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Opens configuration: tick position, alignment, and symbol preferences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715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108DD-A083-C77C-BE61-06E228967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1C6D4-26AF-E4B5-5137-B47A30828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XLBooster Visual Tools turn raw Excel data into clear, actionable insights with just a few clicks.</a:t>
            </a: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176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529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Highlights &amp; Status Tick marks</vt:lpstr>
      <vt:lpstr>Agenda</vt:lpstr>
      <vt:lpstr>Why Visual Indicators Matter</vt:lpstr>
      <vt:lpstr>Increase Colour</vt:lpstr>
      <vt:lpstr>Decrease Colour</vt:lpstr>
      <vt:lpstr>Highlight Borders</vt:lpstr>
      <vt:lpstr>Change Border Color</vt:lpstr>
      <vt:lpstr>Status Tick marks (Overview)</vt:lpstr>
      <vt:lpstr>Remove All Marks &amp; Tick mark Settings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5</cp:revision>
  <dcterms:created xsi:type="dcterms:W3CDTF">2026-01-14T10:54:13Z</dcterms:created>
  <dcterms:modified xsi:type="dcterms:W3CDTF">2026-01-14T14:27:11Z</dcterms:modified>
</cp:coreProperties>
</file>