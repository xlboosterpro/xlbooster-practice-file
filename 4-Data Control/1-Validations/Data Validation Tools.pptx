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0BC4A-94FA-ED9F-E954-1AFD4A563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ACF4A1-B9D6-D476-C142-5E463CB80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3108F-C27A-F4A9-E0C9-DEA3B385C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92AD-784E-4B71-A8DA-966F39DDF4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55C16-8BBF-EAB7-61E5-1E6405DDE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A2372-DC68-32BC-687B-4AE15474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2C306-DB13-4858-BBB5-D9B78E356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9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8644B-717D-5DAF-763B-988FECF0E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8119E-65FB-F01E-2D2B-2A0401A7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76ED1-AC43-EA84-F471-01F088DA0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92AD-784E-4B71-A8DA-966F39DDF4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67DE6-35D6-8771-D478-80FF9A303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8BC9D-E334-DE1F-F677-5DFB7571C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2C306-DB13-4858-BBB5-D9B78E356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20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0CC2C-7949-0E01-B9C2-EC6438DAA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89AE1-AB19-CDED-497A-7C47EED38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13C12-61B7-7AE2-ED1A-5F3E7CB70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92AD-784E-4B71-A8DA-966F39DDF4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CC652-3186-9F01-C998-404E81455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B9F47-C201-6996-B0CD-3371EC70A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2C306-DB13-4858-BBB5-D9B78E356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462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1980A-926D-25F7-1F61-95D263311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485F5-FC58-CAA2-D08A-BB43085C21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E05D53-01DA-9523-59F0-655B86686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8F9B98-2207-868E-3788-F97DD1AE9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92AD-784E-4B71-A8DA-966F39DDF4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CC32A-73D3-A1D9-530F-6C6E65A54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3D2BE5-EFEC-3A10-E725-F16173C77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2C306-DB13-4858-BBB5-D9B78E356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475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B466C-07B0-F97A-15C4-9CA3B5819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045AF0-12E8-4565-3652-FB419F13D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887A3-8B25-625F-4FE3-AE1A6B8CC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C5CF6E-3344-866D-D6D2-5BB39EC5C0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5485A0-A810-BE44-1875-34F1E5C64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B07B2F-B4F1-8097-E783-81C28C69D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92AD-784E-4B71-A8DA-966F39DDF4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5E49E5-53C7-A216-3014-E410EC259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03C65C-C0C5-3E23-54C7-B2999A00C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2C306-DB13-4858-BBB5-D9B78E356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444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4DA2A-0EFF-3389-E6D0-240DEB989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5D489-C235-2E34-0C6D-A8B3C273D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92AD-784E-4B71-A8DA-966F39DDF4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2D4A91-2DB6-1DC7-9A12-3AD0A1303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230C7F-234A-380F-12C0-F929CD018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2C306-DB13-4858-BBB5-D9B78E356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63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648B09-7BBD-8CDA-56CE-17183584F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92AD-784E-4B71-A8DA-966F39DDF4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F27B69-BD72-604A-FD6F-9E9BF1915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BD89B-9C9F-8E66-14C8-D1E51AF7A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2C306-DB13-4858-BBB5-D9B78E356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090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E613D-951F-35A2-7B96-5136DD0E1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84E5D-7E60-58C6-699C-024142F99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08BBC9-36C8-5417-7447-A49D0C8318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17FCBA-BCC7-46CE-1943-39F291140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92AD-784E-4B71-A8DA-966F39DDF4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C56D06-0832-F005-9871-77E649061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A8DA4C-9C6D-5A4D-E205-6CB8D7301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2C306-DB13-4858-BBB5-D9B78E356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681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1E11C-BBCD-4FCF-88C2-58D703A86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1485B5-AAB9-A04D-B36E-592DCDE7C0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4828A4-4EC6-2C5D-1AC0-F0C6BF820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5CF57-0D11-C9DE-6A8F-D32A0BFF2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92AD-784E-4B71-A8DA-966F39DDF4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1F46BB-FABF-0C65-AF18-1F1737F26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027A2-B8C2-D196-9D43-CE23EFD62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2C306-DB13-4858-BBB5-D9B78E356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739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98CF5-64CF-DF1B-6B11-2104F478C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73F7AD-2D71-2B48-8CAE-FBA76A9FB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6BED9-7B38-A07E-2411-3D5D41A70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92AD-784E-4B71-A8DA-966F39DDF4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30D31-0000-CC6D-59A0-57BB8195D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DDD6E-DA60-2653-229B-2EBE84F83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2C306-DB13-4858-BBB5-D9B78E356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969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6BC4B4-B3FF-776A-5EA9-9655A3D56F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CA21B-253D-DDA7-AD2A-8F40AC7224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C6A28-96A2-9635-C3B3-2AFD6D0C8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92AD-784E-4B71-A8DA-966F39DDF4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E201F-BDC1-26E3-365C-E179E62AF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8FE77-A4C4-3B71-DD08-939006AB9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2C306-DB13-4858-BBB5-D9B78E356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582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84E733-95EC-81C5-09B7-B692528E8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72AA7-D102-E244-1613-99E592192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EAE54-B485-9885-C1B4-4A50C1EEE7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4C92AD-784E-4B71-A8DA-966F39DDF4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DBD7A-62CE-D82F-BE53-9B51CA58C0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991F7-9A60-E254-BA89-A57D3B150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72C306-DB13-4858-BBB5-D9B78E356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784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AB903F-CAA4-C508-CB93-55064105D0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/>
              <a:t>Data Validation Tools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69833-1528-E78E-4929-B6E462553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 Eliminate Data Entry Errors with </a:t>
            </a:r>
            <a:r>
              <a:rPr lang="en-US" dirty="0" err="1"/>
              <a:t>XLBooster</a:t>
            </a:r>
            <a:endParaRPr lang="en-US" dirty="0"/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924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6EF760-108C-4CA9-F9CD-1CADAD94C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Why Do We Need Validation?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75980-6A52-8992-AC54-B5A02C121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Bullet Points:</a:t>
            </a:r>
            <a:endParaRPr lang="en-US" sz="2200"/>
          </a:p>
          <a:p>
            <a:pPr lvl="1"/>
            <a:r>
              <a:rPr lang="en-US" sz="2200"/>
              <a:t>❌ </a:t>
            </a:r>
            <a:r>
              <a:rPr lang="en-US" sz="2200" b="1"/>
              <a:t>Human Error:</a:t>
            </a:r>
            <a:r>
              <a:rPr lang="en-US" sz="2200"/>
              <a:t> Typing "O" instead of "0" in phone numbers.</a:t>
            </a:r>
          </a:p>
          <a:p>
            <a:pPr lvl="1"/>
            <a:r>
              <a:rPr lang="en-US" sz="2200"/>
              <a:t>❌ </a:t>
            </a:r>
            <a:r>
              <a:rPr lang="en-US" sz="2200" b="1"/>
              <a:t>Invalid Formats:</a:t>
            </a:r>
            <a:r>
              <a:rPr lang="en-US" sz="2200"/>
              <a:t> Entering emails without "@" or incorrect dates.</a:t>
            </a:r>
          </a:p>
          <a:p>
            <a:pPr lvl="1"/>
            <a:r>
              <a:rPr lang="en-US" sz="2200"/>
              <a:t>❌ </a:t>
            </a:r>
            <a:r>
              <a:rPr lang="en-US" sz="2200" b="1"/>
              <a:t>Duplicates:</a:t>
            </a:r>
            <a:r>
              <a:rPr lang="en-US" sz="2200"/>
              <a:t> Repeating the same Invoice ID or Employee Name.</a:t>
            </a:r>
          </a:p>
          <a:p>
            <a:pPr lvl="1"/>
            <a:r>
              <a:rPr lang="en-US" sz="2200"/>
              <a:t>❌ </a:t>
            </a:r>
            <a:r>
              <a:rPr lang="en-US" sz="2200" b="1"/>
              <a:t>Compliance Issues:</a:t>
            </a:r>
            <a:r>
              <a:rPr lang="en-US" sz="2200"/>
              <a:t> Incorrect GST or Aadhar numbers lead to rejection.</a:t>
            </a:r>
          </a:p>
          <a:p>
            <a:r>
              <a:rPr lang="en-US" sz="2200" b="1"/>
              <a:t>Solution:</a:t>
            </a:r>
            <a:r>
              <a:rPr lang="en-US" sz="2200"/>
              <a:t> </a:t>
            </a:r>
            <a:r>
              <a:rPr lang="en-US" sz="2200" i="1"/>
              <a:t>Our tools enforce strict rules at the moment of entry.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99709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F9AF63-51DC-427D-7265-15D057DD3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Prevention &amp; Security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B3BF0-FB5B-C7EB-AEC4-DEC4A8EAB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Tools Covered:</a:t>
            </a:r>
            <a:endParaRPr lang="en-US" sz="2200"/>
          </a:p>
          <a:p>
            <a:pPr lvl="1"/>
            <a:r>
              <a:rPr lang="en-US" sz="2200" b="1"/>
              <a:t>⛔ Prevent Duplicates:</a:t>
            </a:r>
            <a:endParaRPr lang="en-US" sz="2200"/>
          </a:p>
          <a:p>
            <a:pPr lvl="2"/>
            <a:r>
              <a:rPr lang="en-US" sz="2200"/>
              <a:t>Instantly blocks repeated entries in a selected list.</a:t>
            </a:r>
          </a:p>
          <a:p>
            <a:pPr lvl="2"/>
            <a:r>
              <a:rPr lang="en-US" sz="2200" i="1"/>
              <a:t>Use Case:</a:t>
            </a:r>
            <a:r>
              <a:rPr lang="en-US" sz="2200"/>
              <a:t> Invoice Numbers, Employee IDs.</a:t>
            </a:r>
          </a:p>
          <a:p>
            <a:pPr lvl="1"/>
            <a:r>
              <a:rPr lang="en-US" sz="2200" b="1"/>
              <a:t>🔒 Prevent Typing (Lock Cells):</a:t>
            </a:r>
            <a:endParaRPr lang="en-US" sz="2200"/>
          </a:p>
          <a:p>
            <a:pPr lvl="2"/>
            <a:r>
              <a:rPr lang="en-US" sz="2200"/>
              <a:t>Locks specific cells while keeping the rest of the sheet editable.</a:t>
            </a:r>
          </a:p>
          <a:p>
            <a:pPr lvl="2"/>
            <a:r>
              <a:rPr lang="en-US" sz="2200" i="1"/>
              <a:t>Use Case:</a:t>
            </a:r>
            <a:r>
              <a:rPr lang="en-US" sz="2200"/>
              <a:t> Protecting formulas or "Total" columns.</a:t>
            </a:r>
          </a:p>
          <a:p>
            <a:pPr lvl="1"/>
            <a:r>
              <a:rPr lang="en-US" sz="2200" b="1"/>
              <a:t>🗑️ Clear Validation:</a:t>
            </a:r>
            <a:endParaRPr lang="en-US" sz="2200"/>
          </a:p>
          <a:p>
            <a:pPr lvl="2"/>
            <a:r>
              <a:rPr lang="en-US" sz="2200"/>
              <a:t>One-click reset to remove all restrictions from a selected range.</a:t>
            </a:r>
          </a:p>
        </p:txBody>
      </p:sp>
    </p:spTree>
    <p:extLst>
      <p:ext uri="{BB962C8B-B14F-4D97-AF65-F5344CB8AC3E}">
        <p14:creationId xmlns:p14="http://schemas.microsoft.com/office/powerpoint/2010/main" val="847778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672292-11A4-21BE-8661-C4972C01E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Validating Communication Data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AAB28-4104-7515-741A-454D1C2D7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📧 Email Validator:</a:t>
            </a:r>
            <a:endParaRPr lang="en-US" sz="2200"/>
          </a:p>
          <a:p>
            <a:pPr lvl="1"/>
            <a:r>
              <a:rPr lang="en-US" sz="2200"/>
              <a:t>Ensures the text contains "@" and "." in the right places.</a:t>
            </a:r>
          </a:p>
          <a:p>
            <a:pPr lvl="1"/>
            <a:r>
              <a:rPr lang="en-US" sz="2200" i="1"/>
              <a:t>Rejects:</a:t>
            </a:r>
            <a:r>
              <a:rPr lang="en-US" sz="2200"/>
              <a:t> "john.com" or " john@ "</a:t>
            </a:r>
          </a:p>
          <a:p>
            <a:r>
              <a:rPr lang="en-US" sz="2200" b="1"/>
              <a:t>📞 Phone Validator:</a:t>
            </a:r>
            <a:endParaRPr lang="en-US" sz="2200"/>
          </a:p>
          <a:p>
            <a:pPr lvl="1"/>
            <a:r>
              <a:rPr lang="en-US" sz="2200"/>
              <a:t>Strictly enforces </a:t>
            </a:r>
            <a:r>
              <a:rPr lang="en-US" sz="2200" b="1"/>
              <a:t>10-digit numeric</a:t>
            </a:r>
            <a:r>
              <a:rPr lang="en-US" sz="2200"/>
              <a:t> entries.</a:t>
            </a:r>
          </a:p>
          <a:p>
            <a:pPr lvl="1"/>
            <a:r>
              <a:rPr lang="en-US" sz="2200" i="1"/>
              <a:t>Rejects:</a:t>
            </a:r>
            <a:r>
              <a:rPr lang="en-US" sz="2200"/>
              <a:t> 9 digits, 11 digits, or text characters.</a:t>
            </a:r>
          </a:p>
          <a:p>
            <a:r>
              <a:rPr lang="en-US" sz="2200" b="1"/>
              <a:t>🌐 Website URL Validator:</a:t>
            </a:r>
            <a:endParaRPr lang="en-US" sz="2200"/>
          </a:p>
          <a:p>
            <a:pPr lvl="1"/>
            <a:r>
              <a:rPr lang="en-US" sz="2200"/>
              <a:t>Checks for "http://" or "https://" and valid domain structure.</a:t>
            </a:r>
          </a:p>
        </p:txBody>
      </p:sp>
    </p:spTree>
    <p:extLst>
      <p:ext uri="{BB962C8B-B14F-4D97-AF65-F5344CB8AC3E}">
        <p14:creationId xmlns:p14="http://schemas.microsoft.com/office/powerpoint/2010/main" val="2136903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B03733-7BC4-F86A-612C-BCDFFDACE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Identity &amp; Government Compliance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97B0A-362B-22EF-2AD8-FB79FA6E2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Tools Covered:</a:t>
            </a:r>
            <a:endParaRPr lang="en-US" sz="2200"/>
          </a:p>
          <a:p>
            <a:pPr lvl="1"/>
            <a:r>
              <a:rPr lang="en-US" sz="2200" b="1"/>
              <a:t>GST Number:</a:t>
            </a:r>
            <a:endParaRPr lang="en-US" sz="2200"/>
          </a:p>
          <a:p>
            <a:pPr lvl="2"/>
            <a:r>
              <a:rPr lang="en-US" sz="2200"/>
              <a:t>Validates the </a:t>
            </a:r>
            <a:r>
              <a:rPr lang="en-US" sz="2200" b="1"/>
              <a:t>15-digit alphanumeric</a:t>
            </a:r>
            <a:r>
              <a:rPr lang="en-US" sz="2200"/>
              <a:t> structure (e.g., 27ABCDE1234F1Z5).</a:t>
            </a:r>
          </a:p>
          <a:p>
            <a:pPr lvl="1"/>
            <a:r>
              <a:rPr lang="en-US" sz="2200" b="1"/>
              <a:t>Aadhar Card:</a:t>
            </a:r>
            <a:endParaRPr lang="en-US" sz="2200"/>
          </a:p>
          <a:p>
            <a:pPr lvl="2"/>
            <a:r>
              <a:rPr lang="en-US" sz="2200"/>
              <a:t>Enforces exactly </a:t>
            </a:r>
            <a:r>
              <a:rPr lang="en-US" sz="2200" b="1"/>
              <a:t>12 digits</a:t>
            </a:r>
            <a:r>
              <a:rPr lang="en-US" sz="2200"/>
              <a:t> (Numeric only).</a:t>
            </a:r>
          </a:p>
          <a:p>
            <a:pPr lvl="1"/>
            <a:r>
              <a:rPr lang="en-US" sz="2200" b="1"/>
              <a:t>PIN Code:</a:t>
            </a:r>
            <a:endParaRPr lang="en-US" sz="2200"/>
          </a:p>
          <a:p>
            <a:pPr lvl="2"/>
            <a:r>
              <a:rPr lang="en-US" sz="2200"/>
              <a:t>Enforces exactly </a:t>
            </a:r>
            <a:r>
              <a:rPr lang="en-US" sz="2200" b="1"/>
              <a:t>6 digits</a:t>
            </a:r>
            <a:r>
              <a:rPr lang="en-US" sz="2200"/>
              <a:t> for Indian Postal Codes.</a:t>
            </a:r>
          </a:p>
          <a:p>
            <a:r>
              <a:rPr lang="en-US" sz="2200" b="1"/>
              <a:t>Benefit:</a:t>
            </a:r>
            <a:r>
              <a:rPr lang="en-US" sz="2200"/>
              <a:t> Prevents compliance errors in tax and official reports.</a:t>
            </a:r>
          </a:p>
        </p:txBody>
      </p:sp>
    </p:spTree>
    <p:extLst>
      <p:ext uri="{BB962C8B-B14F-4D97-AF65-F5344CB8AC3E}">
        <p14:creationId xmlns:p14="http://schemas.microsoft.com/office/powerpoint/2010/main" val="4256158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CC744A-0C0E-A2BF-9BB9-8C4B528C1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 Ensuring Correct Data Formats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5E864-3EFE-CA3A-EC20-BFF545E5F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Tools Covered:</a:t>
            </a:r>
            <a:endParaRPr lang="en-US" sz="2200"/>
          </a:p>
          <a:p>
            <a:pPr lvl="1"/>
            <a:r>
              <a:rPr lang="en-US" sz="2200" b="1"/>
              <a:t>🔤 Text Only:</a:t>
            </a:r>
            <a:r>
              <a:rPr lang="en-US" sz="2200"/>
              <a:t> Allows only letters (No numbers/symbols). </a:t>
            </a:r>
            <a:r>
              <a:rPr lang="en-US" sz="2200" i="1"/>
              <a:t>Great for Names/Cities.</a:t>
            </a:r>
            <a:endParaRPr lang="en-US" sz="2200"/>
          </a:p>
          <a:p>
            <a:pPr lvl="1"/>
            <a:r>
              <a:rPr lang="en-US" sz="2200" b="1"/>
              <a:t>🔢 Numbers Only:</a:t>
            </a:r>
            <a:r>
              <a:rPr lang="en-US" sz="2200"/>
              <a:t> Allows only numeric values. </a:t>
            </a:r>
            <a:r>
              <a:rPr lang="en-US" sz="2200" i="1"/>
              <a:t>Great for Quantity/Age.</a:t>
            </a:r>
            <a:endParaRPr lang="en-US" sz="2200"/>
          </a:p>
          <a:p>
            <a:pPr lvl="1"/>
            <a:r>
              <a:rPr lang="en-US" sz="2200" b="1"/>
              <a:t>📅 Date Validator:</a:t>
            </a:r>
            <a:endParaRPr lang="en-US" sz="2200"/>
          </a:p>
          <a:p>
            <a:pPr lvl="2"/>
            <a:r>
              <a:rPr lang="en-US" sz="2200"/>
              <a:t>Ensures valid date formats (DD-MM-YYYY or MM-DD-YYYY).</a:t>
            </a:r>
          </a:p>
          <a:p>
            <a:pPr lvl="2"/>
            <a:r>
              <a:rPr lang="en-US" sz="2200"/>
              <a:t>Prevents text entry in date columns.</a:t>
            </a:r>
          </a:p>
        </p:txBody>
      </p:sp>
    </p:spTree>
    <p:extLst>
      <p:ext uri="{BB962C8B-B14F-4D97-AF65-F5344CB8AC3E}">
        <p14:creationId xmlns:p14="http://schemas.microsoft.com/office/powerpoint/2010/main" val="1873614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184744-5AAD-4F82-72B4-B3412E4DC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/>
              <a:t>Real-World Application: Customer Onboarding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944A8-92DB-B753-3F53-FBB0060DD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How we apply the tools:</a:t>
            </a:r>
            <a:endParaRPr lang="en-US" sz="2200"/>
          </a:p>
          <a:p>
            <a:pPr lvl="1"/>
            <a:r>
              <a:rPr lang="en-US" sz="2200" b="1"/>
              <a:t>Customer Name</a:t>
            </a:r>
            <a:r>
              <a:rPr lang="en-US" sz="2200"/>
              <a:t> ➔ Applied Text Only</a:t>
            </a:r>
          </a:p>
          <a:p>
            <a:pPr lvl="1"/>
            <a:r>
              <a:rPr lang="en-US" sz="2200" b="1"/>
              <a:t>Mobile No</a:t>
            </a:r>
            <a:r>
              <a:rPr lang="en-US" sz="2200"/>
              <a:t> ➔ Applied Phone Validation</a:t>
            </a:r>
          </a:p>
          <a:p>
            <a:pPr lvl="1"/>
            <a:r>
              <a:rPr lang="en-US" sz="2200" b="1"/>
              <a:t>Email ID</a:t>
            </a:r>
            <a:r>
              <a:rPr lang="en-US" sz="2200"/>
              <a:t> ➔ Applied Email Validation</a:t>
            </a:r>
          </a:p>
          <a:p>
            <a:pPr lvl="1"/>
            <a:r>
              <a:rPr lang="en-US" sz="2200" b="1"/>
              <a:t>GSTIN</a:t>
            </a:r>
            <a:r>
              <a:rPr lang="en-US" sz="2200"/>
              <a:t> ➔ Applied GST Validator</a:t>
            </a:r>
          </a:p>
          <a:p>
            <a:pPr lvl="1"/>
            <a:r>
              <a:rPr lang="en-US" sz="2200" b="1"/>
              <a:t>Pincode</a:t>
            </a:r>
            <a:r>
              <a:rPr lang="en-US" sz="2200"/>
              <a:t> ➔ Applied PIN Validator</a:t>
            </a:r>
          </a:p>
          <a:p>
            <a:r>
              <a:rPr lang="en-US" sz="2200" b="1"/>
              <a:t>Result:</a:t>
            </a:r>
            <a:r>
              <a:rPr lang="en-US" sz="2200"/>
              <a:t> Impossible to enter wrong data. 100% Clean Database.</a:t>
            </a:r>
          </a:p>
          <a:p>
            <a:pPr marL="0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979828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10BBAF-D5F4-1CA7-E6FD-86913AECB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Why Use XLBooster Validation?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AE60A-E86C-CBDA-D286-803297F74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Summary Box:</a:t>
            </a:r>
            <a:endParaRPr lang="en-US" sz="2200"/>
          </a:p>
          <a:p>
            <a:pPr lvl="1"/>
            <a:r>
              <a:rPr lang="en-US" sz="2200"/>
              <a:t>✅ </a:t>
            </a:r>
            <a:r>
              <a:rPr lang="en-US" sz="2200" b="1"/>
              <a:t>Speed:</a:t>
            </a:r>
            <a:r>
              <a:rPr lang="en-US" sz="2200"/>
              <a:t> Apply complex formulas in 1 click.</a:t>
            </a:r>
          </a:p>
          <a:p>
            <a:pPr lvl="1"/>
            <a:r>
              <a:rPr lang="en-US" sz="2200"/>
              <a:t>✅ </a:t>
            </a:r>
            <a:r>
              <a:rPr lang="en-US" sz="2200" b="1"/>
              <a:t>Accuracy:</a:t>
            </a:r>
            <a:r>
              <a:rPr lang="en-US" sz="2200"/>
              <a:t> 0% chance of wrong formats.</a:t>
            </a:r>
          </a:p>
          <a:p>
            <a:pPr lvl="1"/>
            <a:r>
              <a:rPr lang="en-US" sz="2200"/>
              <a:t>✅ </a:t>
            </a:r>
            <a:r>
              <a:rPr lang="en-US" sz="2200" b="1"/>
              <a:t>Compliance:</a:t>
            </a:r>
            <a:r>
              <a:rPr lang="en-US" sz="2200"/>
              <a:t> Ready for GST and Legal data.</a:t>
            </a:r>
          </a:p>
          <a:p>
            <a:pPr lvl="1"/>
            <a:r>
              <a:rPr lang="en-US" sz="2200"/>
              <a:t>✅ </a:t>
            </a:r>
            <a:r>
              <a:rPr lang="en-US" sz="2200" b="1"/>
              <a:t>User Friendly:</a:t>
            </a:r>
            <a:r>
              <a:rPr lang="en-US" sz="2200"/>
              <a:t> Custom error messages guide the user.</a:t>
            </a:r>
          </a:p>
        </p:txBody>
      </p:sp>
    </p:spTree>
    <p:extLst>
      <p:ext uri="{BB962C8B-B14F-4D97-AF65-F5344CB8AC3E}">
        <p14:creationId xmlns:p14="http://schemas.microsoft.com/office/powerpoint/2010/main" val="917940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450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Data Validation Tools</vt:lpstr>
      <vt:lpstr>Why Do We Need Validation?</vt:lpstr>
      <vt:lpstr>Prevention &amp; Security</vt:lpstr>
      <vt:lpstr>Validating Communication Data</vt:lpstr>
      <vt:lpstr>Identity &amp; Government Compliance</vt:lpstr>
      <vt:lpstr> Ensuring Correct Data Formats</vt:lpstr>
      <vt:lpstr>Real-World Application: Customer Onboarding</vt:lpstr>
      <vt:lpstr>Why Use XLBooster Validation?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Jangir</dc:creator>
  <cp:lastModifiedBy>Sachin Jangir</cp:lastModifiedBy>
  <cp:revision>1</cp:revision>
  <dcterms:created xsi:type="dcterms:W3CDTF">2026-01-24T04:51:15Z</dcterms:created>
  <dcterms:modified xsi:type="dcterms:W3CDTF">2026-01-24T04:58:38Z</dcterms:modified>
</cp:coreProperties>
</file>