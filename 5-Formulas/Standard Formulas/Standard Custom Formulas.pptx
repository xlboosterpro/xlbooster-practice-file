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B4C9DA-237C-4BC4-B18F-61FB1BDD43F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107BBA-7ED1-4F80-A408-BC6085A7E4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1. Extract Text Only</a:t>
          </a:r>
          <a:r>
            <a:rPr lang="en-US"/>
            <a:t> (=XL_ExtractText)</a:t>
          </a:r>
        </a:p>
      </dgm:t>
    </dgm:pt>
    <dgm:pt modelId="{DB1412E7-D08F-40CC-9E45-4E06429FC84A}" type="parTrans" cxnId="{E54BE055-52AE-4062-A282-CC9BCFC6AC62}">
      <dgm:prSet/>
      <dgm:spPr/>
      <dgm:t>
        <a:bodyPr/>
        <a:lstStyle/>
        <a:p>
          <a:endParaRPr lang="en-US"/>
        </a:p>
      </dgm:t>
    </dgm:pt>
    <dgm:pt modelId="{41376245-9EEB-4E42-AA29-DC31022F81C4}" type="sibTrans" cxnId="{E54BE055-52AE-4062-A282-CC9BCFC6AC62}">
      <dgm:prSet/>
      <dgm:spPr/>
      <dgm:t>
        <a:bodyPr/>
        <a:lstStyle/>
        <a:p>
          <a:endParaRPr lang="en-US"/>
        </a:p>
      </dgm:t>
    </dgm:pt>
    <dgm:pt modelId="{92053F0D-75C4-478E-86D3-7F02BF3690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Function:</a:t>
          </a:r>
          <a:r>
            <a:rPr lang="en-US"/>
            <a:t> Removes all numbers and symbols, keeping only alphabets.</a:t>
          </a:r>
        </a:p>
      </dgm:t>
    </dgm:pt>
    <dgm:pt modelId="{E9CA11D1-C495-48EB-9673-841BE0B28AB0}" type="parTrans" cxnId="{1661A931-7051-4C2B-8865-DFC0CAAD407E}">
      <dgm:prSet/>
      <dgm:spPr/>
      <dgm:t>
        <a:bodyPr/>
        <a:lstStyle/>
        <a:p>
          <a:endParaRPr lang="en-US"/>
        </a:p>
      </dgm:t>
    </dgm:pt>
    <dgm:pt modelId="{B8DCB244-2E0F-4A7E-90A2-470632CBC6B6}" type="sibTrans" cxnId="{1661A931-7051-4C2B-8865-DFC0CAAD407E}">
      <dgm:prSet/>
      <dgm:spPr/>
      <dgm:t>
        <a:bodyPr/>
        <a:lstStyle/>
        <a:p>
          <a:endParaRPr lang="en-US"/>
        </a:p>
      </dgm:t>
    </dgm:pt>
    <dgm:pt modelId="{A0AE99BE-7444-4C36-8364-33B5407082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Use Case:</a:t>
          </a:r>
          <a:r>
            <a:rPr lang="en-US"/>
            <a:t> Cleaning names mixed with employee IDs.</a:t>
          </a:r>
        </a:p>
      </dgm:t>
    </dgm:pt>
    <dgm:pt modelId="{3946C278-A6E7-42FB-9E0A-B89C684C6F12}" type="parTrans" cxnId="{F8348ED1-842D-4915-8D15-84BCEA8A13D3}">
      <dgm:prSet/>
      <dgm:spPr/>
      <dgm:t>
        <a:bodyPr/>
        <a:lstStyle/>
        <a:p>
          <a:endParaRPr lang="en-US"/>
        </a:p>
      </dgm:t>
    </dgm:pt>
    <dgm:pt modelId="{A5EA23FD-05A3-4A50-9DC2-38BE1A53FB12}" type="sibTrans" cxnId="{F8348ED1-842D-4915-8D15-84BCEA8A13D3}">
      <dgm:prSet/>
      <dgm:spPr/>
      <dgm:t>
        <a:bodyPr/>
        <a:lstStyle/>
        <a:p>
          <a:endParaRPr lang="en-US"/>
        </a:p>
      </dgm:t>
    </dgm:pt>
    <dgm:pt modelId="{CFB13377-9814-4212-ABCD-5C4772E360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2. Extract Numbers Only</a:t>
          </a:r>
          <a:r>
            <a:rPr lang="en-US"/>
            <a:t> (=XL_ExtractNumbers)</a:t>
          </a:r>
        </a:p>
      </dgm:t>
    </dgm:pt>
    <dgm:pt modelId="{AE6CCEE1-2C9D-448C-9C30-A08EF41193B0}" type="parTrans" cxnId="{80DB3F61-0BF5-4233-A62A-448B4470A231}">
      <dgm:prSet/>
      <dgm:spPr/>
      <dgm:t>
        <a:bodyPr/>
        <a:lstStyle/>
        <a:p>
          <a:endParaRPr lang="en-US"/>
        </a:p>
      </dgm:t>
    </dgm:pt>
    <dgm:pt modelId="{F3388B71-947F-4574-BE19-CE75DAF83962}" type="sibTrans" cxnId="{80DB3F61-0BF5-4233-A62A-448B4470A231}">
      <dgm:prSet/>
      <dgm:spPr/>
      <dgm:t>
        <a:bodyPr/>
        <a:lstStyle/>
        <a:p>
          <a:endParaRPr lang="en-US"/>
        </a:p>
      </dgm:t>
    </dgm:pt>
    <dgm:pt modelId="{1038ECD2-A0E5-44A1-9190-6859CA7A25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Function:</a:t>
          </a:r>
          <a:r>
            <a:rPr lang="en-US"/>
            <a:t> Removes all text, keeping only digits.</a:t>
          </a:r>
        </a:p>
      </dgm:t>
    </dgm:pt>
    <dgm:pt modelId="{624236F1-202C-4194-BF21-71A1EE6EB05F}" type="parTrans" cxnId="{D4F21A2A-1E74-4FD0-9F14-99D56BA83FF8}">
      <dgm:prSet/>
      <dgm:spPr/>
      <dgm:t>
        <a:bodyPr/>
        <a:lstStyle/>
        <a:p>
          <a:endParaRPr lang="en-US"/>
        </a:p>
      </dgm:t>
    </dgm:pt>
    <dgm:pt modelId="{1C0856AD-A6CE-4668-AC35-FF689864142D}" type="sibTrans" cxnId="{D4F21A2A-1E74-4FD0-9F14-99D56BA83FF8}">
      <dgm:prSet/>
      <dgm:spPr/>
      <dgm:t>
        <a:bodyPr/>
        <a:lstStyle/>
        <a:p>
          <a:endParaRPr lang="en-US"/>
        </a:p>
      </dgm:t>
    </dgm:pt>
    <dgm:pt modelId="{BBFC49BA-D9D1-4C3D-BC68-5081136700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Use Case:</a:t>
          </a:r>
          <a:r>
            <a:rPr lang="en-US"/>
            <a:t> Extracting prices or IDs from text strings.</a:t>
          </a:r>
        </a:p>
      </dgm:t>
    </dgm:pt>
    <dgm:pt modelId="{0CB65D15-FA61-4F94-A074-61A27A5676EC}" type="parTrans" cxnId="{44543DA4-8089-4690-8D72-19E4420E3857}">
      <dgm:prSet/>
      <dgm:spPr/>
      <dgm:t>
        <a:bodyPr/>
        <a:lstStyle/>
        <a:p>
          <a:endParaRPr lang="en-US"/>
        </a:p>
      </dgm:t>
    </dgm:pt>
    <dgm:pt modelId="{22E3D493-F907-46AE-8FB7-D3D795730D5D}" type="sibTrans" cxnId="{44543DA4-8089-4690-8D72-19E4420E3857}">
      <dgm:prSet/>
      <dgm:spPr/>
      <dgm:t>
        <a:bodyPr/>
        <a:lstStyle/>
        <a:p>
          <a:endParaRPr lang="en-US"/>
        </a:p>
      </dgm:t>
    </dgm:pt>
    <dgm:pt modelId="{2FAC9349-A985-4357-B5D6-01C4B76E2F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3. Extract Emails</a:t>
          </a:r>
          <a:r>
            <a:rPr lang="en-US"/>
            <a:t> (=XL_ExtractEmails)</a:t>
          </a:r>
        </a:p>
      </dgm:t>
    </dgm:pt>
    <dgm:pt modelId="{92827A6D-A4B6-4239-B641-176D6C5BC106}" type="parTrans" cxnId="{8553B22A-5DCD-4917-BDDC-7CC616D9F6FF}">
      <dgm:prSet/>
      <dgm:spPr/>
      <dgm:t>
        <a:bodyPr/>
        <a:lstStyle/>
        <a:p>
          <a:endParaRPr lang="en-US"/>
        </a:p>
      </dgm:t>
    </dgm:pt>
    <dgm:pt modelId="{D2B2936B-7277-476B-B628-52492E420288}" type="sibTrans" cxnId="{8553B22A-5DCD-4917-BDDC-7CC616D9F6FF}">
      <dgm:prSet/>
      <dgm:spPr/>
      <dgm:t>
        <a:bodyPr/>
        <a:lstStyle/>
        <a:p>
          <a:endParaRPr lang="en-US"/>
        </a:p>
      </dgm:t>
    </dgm:pt>
    <dgm:pt modelId="{23EB2D97-8133-4112-9006-88080D8A9A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Function:</a:t>
          </a:r>
          <a:r>
            <a:rPr lang="en-US"/>
            <a:t> Pulls out valid email addresses from long sentences.</a:t>
          </a:r>
        </a:p>
      </dgm:t>
    </dgm:pt>
    <dgm:pt modelId="{7548419A-B008-4070-BFE5-E1C18DCF327B}" type="parTrans" cxnId="{45A4EDBA-67C6-4C32-977F-13C314CF3BAA}">
      <dgm:prSet/>
      <dgm:spPr/>
      <dgm:t>
        <a:bodyPr/>
        <a:lstStyle/>
        <a:p>
          <a:endParaRPr lang="en-US"/>
        </a:p>
      </dgm:t>
    </dgm:pt>
    <dgm:pt modelId="{FC52DD5E-43AE-4FAC-ABC1-0BED0EC9A56D}" type="sibTrans" cxnId="{45A4EDBA-67C6-4C32-977F-13C314CF3BAA}">
      <dgm:prSet/>
      <dgm:spPr/>
      <dgm:t>
        <a:bodyPr/>
        <a:lstStyle/>
        <a:p>
          <a:endParaRPr lang="en-US"/>
        </a:p>
      </dgm:t>
    </dgm:pt>
    <dgm:pt modelId="{A6AB3F50-3D7E-4428-9605-6C65DC506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Feature:</a:t>
          </a:r>
          <a:r>
            <a:rPr lang="en-US"/>
            <a:t> Can handle multiple emails in a single cell.</a:t>
          </a:r>
        </a:p>
      </dgm:t>
    </dgm:pt>
    <dgm:pt modelId="{B4A36978-3DA1-4D89-A2AB-07E3B8ED0282}" type="parTrans" cxnId="{9799C4FD-FB11-4CE3-9DC1-084B8073CEDB}">
      <dgm:prSet/>
      <dgm:spPr/>
      <dgm:t>
        <a:bodyPr/>
        <a:lstStyle/>
        <a:p>
          <a:endParaRPr lang="en-US"/>
        </a:p>
      </dgm:t>
    </dgm:pt>
    <dgm:pt modelId="{67DB80F7-B949-46C8-B1E4-EF91F6A9EE6E}" type="sibTrans" cxnId="{9799C4FD-FB11-4CE3-9DC1-084B8073CEDB}">
      <dgm:prSet/>
      <dgm:spPr/>
      <dgm:t>
        <a:bodyPr/>
        <a:lstStyle/>
        <a:p>
          <a:endParaRPr lang="en-US"/>
        </a:p>
      </dgm:t>
    </dgm:pt>
    <dgm:pt modelId="{B1166E89-137D-4624-AFC1-BBD23B3425A3}" type="pres">
      <dgm:prSet presAssocID="{A0B4C9DA-237C-4BC4-B18F-61FB1BDD43FC}" presName="root" presStyleCnt="0">
        <dgm:presLayoutVars>
          <dgm:dir/>
          <dgm:resizeHandles val="exact"/>
        </dgm:presLayoutVars>
      </dgm:prSet>
      <dgm:spPr/>
    </dgm:pt>
    <dgm:pt modelId="{3D7E336E-C42A-4A14-A951-23D00042F17C}" type="pres">
      <dgm:prSet presAssocID="{20107BBA-7ED1-4F80-A408-BC6085A7E40B}" presName="compNode" presStyleCnt="0"/>
      <dgm:spPr/>
    </dgm:pt>
    <dgm:pt modelId="{6C7FC7C7-93F1-413D-9C70-D5FAAE16D65C}" type="pres">
      <dgm:prSet presAssocID="{20107BBA-7ED1-4F80-A408-BC6085A7E4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9040BD6-148D-48B3-A1E4-C15B9A372C50}" type="pres">
      <dgm:prSet presAssocID="{20107BBA-7ED1-4F80-A408-BC6085A7E40B}" presName="iconSpace" presStyleCnt="0"/>
      <dgm:spPr/>
    </dgm:pt>
    <dgm:pt modelId="{EB459971-DF7F-4EA6-9667-DB090DB18FF9}" type="pres">
      <dgm:prSet presAssocID="{20107BBA-7ED1-4F80-A408-BC6085A7E40B}" presName="parTx" presStyleLbl="revTx" presStyleIdx="0" presStyleCnt="6">
        <dgm:presLayoutVars>
          <dgm:chMax val="0"/>
          <dgm:chPref val="0"/>
        </dgm:presLayoutVars>
      </dgm:prSet>
      <dgm:spPr/>
    </dgm:pt>
    <dgm:pt modelId="{F1606A6B-7788-4D9B-8D66-A824F6889FCE}" type="pres">
      <dgm:prSet presAssocID="{20107BBA-7ED1-4F80-A408-BC6085A7E40B}" presName="txSpace" presStyleCnt="0"/>
      <dgm:spPr/>
    </dgm:pt>
    <dgm:pt modelId="{CFDECFD4-5DB2-47A8-A744-9D8F2AF3C23F}" type="pres">
      <dgm:prSet presAssocID="{20107BBA-7ED1-4F80-A408-BC6085A7E40B}" presName="desTx" presStyleLbl="revTx" presStyleIdx="1" presStyleCnt="6">
        <dgm:presLayoutVars/>
      </dgm:prSet>
      <dgm:spPr/>
    </dgm:pt>
    <dgm:pt modelId="{8F88BD2B-C29C-4CB6-8A17-EAB1164FF539}" type="pres">
      <dgm:prSet presAssocID="{41376245-9EEB-4E42-AA29-DC31022F81C4}" presName="sibTrans" presStyleCnt="0"/>
      <dgm:spPr/>
    </dgm:pt>
    <dgm:pt modelId="{BCB2B365-A5FA-427C-915B-7E9186610601}" type="pres">
      <dgm:prSet presAssocID="{CFB13377-9814-4212-ABCD-5C4772E3609A}" presName="compNode" presStyleCnt="0"/>
      <dgm:spPr/>
    </dgm:pt>
    <dgm:pt modelId="{FFFEA6AC-F0F3-4231-BD25-AF75814FD202}" type="pres">
      <dgm:prSet presAssocID="{CFB13377-9814-4212-ABCD-5C4772E360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953DB43B-CD42-408F-9549-81A6E3FC44F5}" type="pres">
      <dgm:prSet presAssocID="{CFB13377-9814-4212-ABCD-5C4772E3609A}" presName="iconSpace" presStyleCnt="0"/>
      <dgm:spPr/>
    </dgm:pt>
    <dgm:pt modelId="{A510C3FF-C087-4287-877D-A72F69C73E3B}" type="pres">
      <dgm:prSet presAssocID="{CFB13377-9814-4212-ABCD-5C4772E3609A}" presName="parTx" presStyleLbl="revTx" presStyleIdx="2" presStyleCnt="6">
        <dgm:presLayoutVars>
          <dgm:chMax val="0"/>
          <dgm:chPref val="0"/>
        </dgm:presLayoutVars>
      </dgm:prSet>
      <dgm:spPr/>
    </dgm:pt>
    <dgm:pt modelId="{0CA9C14C-596E-4DCE-8A85-B04BB3519EAC}" type="pres">
      <dgm:prSet presAssocID="{CFB13377-9814-4212-ABCD-5C4772E3609A}" presName="txSpace" presStyleCnt="0"/>
      <dgm:spPr/>
    </dgm:pt>
    <dgm:pt modelId="{8437A0AA-5C6A-419D-864F-28ED3F9AC146}" type="pres">
      <dgm:prSet presAssocID="{CFB13377-9814-4212-ABCD-5C4772E3609A}" presName="desTx" presStyleLbl="revTx" presStyleIdx="3" presStyleCnt="6">
        <dgm:presLayoutVars/>
      </dgm:prSet>
      <dgm:spPr/>
    </dgm:pt>
    <dgm:pt modelId="{D9F55992-2E95-448D-8B6B-9E62CD804633}" type="pres">
      <dgm:prSet presAssocID="{F3388B71-947F-4574-BE19-CE75DAF83962}" presName="sibTrans" presStyleCnt="0"/>
      <dgm:spPr/>
    </dgm:pt>
    <dgm:pt modelId="{9592B52F-7705-470F-AF4D-89E20FD4B9C1}" type="pres">
      <dgm:prSet presAssocID="{2FAC9349-A985-4357-B5D6-01C4B76E2F85}" presName="compNode" presStyleCnt="0"/>
      <dgm:spPr/>
    </dgm:pt>
    <dgm:pt modelId="{10F8902E-04C2-445B-811E-6D7EAB6FF0E8}" type="pres">
      <dgm:prSet presAssocID="{2FAC9349-A985-4357-B5D6-01C4B76E2F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2136304F-CC20-479B-8DBA-C6D95140EC50}" type="pres">
      <dgm:prSet presAssocID="{2FAC9349-A985-4357-B5D6-01C4B76E2F85}" presName="iconSpace" presStyleCnt="0"/>
      <dgm:spPr/>
    </dgm:pt>
    <dgm:pt modelId="{0EE623B5-D7EE-405C-A568-A77A344EC810}" type="pres">
      <dgm:prSet presAssocID="{2FAC9349-A985-4357-B5D6-01C4B76E2F85}" presName="parTx" presStyleLbl="revTx" presStyleIdx="4" presStyleCnt="6">
        <dgm:presLayoutVars>
          <dgm:chMax val="0"/>
          <dgm:chPref val="0"/>
        </dgm:presLayoutVars>
      </dgm:prSet>
      <dgm:spPr/>
    </dgm:pt>
    <dgm:pt modelId="{8001DBAF-C3F7-4314-9D79-726F8276D448}" type="pres">
      <dgm:prSet presAssocID="{2FAC9349-A985-4357-B5D6-01C4B76E2F85}" presName="txSpace" presStyleCnt="0"/>
      <dgm:spPr/>
    </dgm:pt>
    <dgm:pt modelId="{4C654B4B-1318-4932-8ACE-BD3A607B2CB9}" type="pres">
      <dgm:prSet presAssocID="{2FAC9349-A985-4357-B5D6-01C4B76E2F85}" presName="desTx" presStyleLbl="revTx" presStyleIdx="5" presStyleCnt="6">
        <dgm:presLayoutVars/>
      </dgm:prSet>
      <dgm:spPr/>
    </dgm:pt>
  </dgm:ptLst>
  <dgm:cxnLst>
    <dgm:cxn modelId="{D4F21A2A-1E74-4FD0-9F14-99D56BA83FF8}" srcId="{CFB13377-9814-4212-ABCD-5C4772E3609A}" destId="{1038ECD2-A0E5-44A1-9190-6859CA7A2503}" srcOrd="0" destOrd="0" parTransId="{624236F1-202C-4194-BF21-71A1EE6EB05F}" sibTransId="{1C0856AD-A6CE-4668-AC35-FF689864142D}"/>
    <dgm:cxn modelId="{8553B22A-5DCD-4917-BDDC-7CC616D9F6FF}" srcId="{A0B4C9DA-237C-4BC4-B18F-61FB1BDD43FC}" destId="{2FAC9349-A985-4357-B5D6-01C4B76E2F85}" srcOrd="2" destOrd="0" parTransId="{92827A6D-A4B6-4239-B641-176D6C5BC106}" sibTransId="{D2B2936B-7277-476B-B628-52492E420288}"/>
    <dgm:cxn modelId="{1661A931-7051-4C2B-8865-DFC0CAAD407E}" srcId="{20107BBA-7ED1-4F80-A408-BC6085A7E40B}" destId="{92053F0D-75C4-478E-86D3-7F02BF36901E}" srcOrd="0" destOrd="0" parTransId="{E9CA11D1-C495-48EB-9673-841BE0B28AB0}" sibTransId="{B8DCB244-2E0F-4A7E-90A2-470632CBC6B6}"/>
    <dgm:cxn modelId="{80DB3F61-0BF5-4233-A62A-448B4470A231}" srcId="{A0B4C9DA-237C-4BC4-B18F-61FB1BDD43FC}" destId="{CFB13377-9814-4212-ABCD-5C4772E3609A}" srcOrd="1" destOrd="0" parTransId="{AE6CCEE1-2C9D-448C-9C30-A08EF41193B0}" sibTransId="{F3388B71-947F-4574-BE19-CE75DAF83962}"/>
    <dgm:cxn modelId="{51517C4A-FEC2-4023-ACA0-267331087D98}" type="presOf" srcId="{20107BBA-7ED1-4F80-A408-BC6085A7E40B}" destId="{EB459971-DF7F-4EA6-9667-DB090DB18FF9}" srcOrd="0" destOrd="0" presId="urn:microsoft.com/office/officeart/2018/2/layout/IconLabelDescriptionList"/>
    <dgm:cxn modelId="{E54BE055-52AE-4062-A282-CC9BCFC6AC62}" srcId="{A0B4C9DA-237C-4BC4-B18F-61FB1BDD43FC}" destId="{20107BBA-7ED1-4F80-A408-BC6085A7E40B}" srcOrd="0" destOrd="0" parTransId="{DB1412E7-D08F-40CC-9E45-4E06429FC84A}" sibTransId="{41376245-9EEB-4E42-AA29-DC31022F81C4}"/>
    <dgm:cxn modelId="{DBBD6176-9785-474F-989A-D43381051AA5}" type="presOf" srcId="{A0B4C9DA-237C-4BC4-B18F-61FB1BDD43FC}" destId="{B1166E89-137D-4624-AFC1-BBD23B3425A3}" srcOrd="0" destOrd="0" presId="urn:microsoft.com/office/officeart/2018/2/layout/IconLabelDescriptionList"/>
    <dgm:cxn modelId="{2143357A-89F7-48DB-9594-8EBB389D0BB1}" type="presOf" srcId="{1038ECD2-A0E5-44A1-9190-6859CA7A2503}" destId="{8437A0AA-5C6A-419D-864F-28ED3F9AC146}" srcOrd="0" destOrd="0" presId="urn:microsoft.com/office/officeart/2018/2/layout/IconLabelDescriptionList"/>
    <dgm:cxn modelId="{FE931487-596F-49E4-B365-520C302048DF}" type="presOf" srcId="{BBFC49BA-D9D1-4C3D-BC68-5081136700BF}" destId="{8437A0AA-5C6A-419D-864F-28ED3F9AC146}" srcOrd="0" destOrd="1" presId="urn:microsoft.com/office/officeart/2018/2/layout/IconLabelDescriptionList"/>
    <dgm:cxn modelId="{7E01A588-FB3B-43ED-A9F9-FA68BC9141DD}" type="presOf" srcId="{23EB2D97-8133-4112-9006-88080D8A9AB3}" destId="{4C654B4B-1318-4932-8ACE-BD3A607B2CB9}" srcOrd="0" destOrd="0" presId="urn:microsoft.com/office/officeart/2018/2/layout/IconLabelDescriptionList"/>
    <dgm:cxn modelId="{171A7E98-9305-477A-A1E4-0AB9154493C8}" type="presOf" srcId="{A6AB3F50-3D7E-4428-9605-6C65DC50681A}" destId="{4C654B4B-1318-4932-8ACE-BD3A607B2CB9}" srcOrd="0" destOrd="1" presId="urn:microsoft.com/office/officeart/2018/2/layout/IconLabelDescriptionList"/>
    <dgm:cxn modelId="{7E0900A3-AF17-4D48-8C63-0AC3FDDFC26E}" type="presOf" srcId="{92053F0D-75C4-478E-86D3-7F02BF36901E}" destId="{CFDECFD4-5DB2-47A8-A744-9D8F2AF3C23F}" srcOrd="0" destOrd="0" presId="urn:microsoft.com/office/officeart/2018/2/layout/IconLabelDescriptionList"/>
    <dgm:cxn modelId="{44543DA4-8089-4690-8D72-19E4420E3857}" srcId="{CFB13377-9814-4212-ABCD-5C4772E3609A}" destId="{BBFC49BA-D9D1-4C3D-BC68-5081136700BF}" srcOrd="1" destOrd="0" parTransId="{0CB65D15-FA61-4F94-A074-61A27A5676EC}" sibTransId="{22E3D493-F907-46AE-8FB7-D3D795730D5D}"/>
    <dgm:cxn modelId="{45A4EDBA-67C6-4C32-977F-13C314CF3BAA}" srcId="{2FAC9349-A985-4357-B5D6-01C4B76E2F85}" destId="{23EB2D97-8133-4112-9006-88080D8A9AB3}" srcOrd="0" destOrd="0" parTransId="{7548419A-B008-4070-BFE5-E1C18DCF327B}" sibTransId="{FC52DD5E-43AE-4FAC-ABC1-0BED0EC9A56D}"/>
    <dgm:cxn modelId="{F8348ED1-842D-4915-8D15-84BCEA8A13D3}" srcId="{20107BBA-7ED1-4F80-A408-BC6085A7E40B}" destId="{A0AE99BE-7444-4C36-8364-33B54070821E}" srcOrd="1" destOrd="0" parTransId="{3946C278-A6E7-42FB-9E0A-B89C684C6F12}" sibTransId="{A5EA23FD-05A3-4A50-9DC2-38BE1A53FB12}"/>
    <dgm:cxn modelId="{AFF36BE2-FDDD-4305-A145-7010E7BFBEED}" type="presOf" srcId="{A0AE99BE-7444-4C36-8364-33B54070821E}" destId="{CFDECFD4-5DB2-47A8-A744-9D8F2AF3C23F}" srcOrd="0" destOrd="1" presId="urn:microsoft.com/office/officeart/2018/2/layout/IconLabelDescriptionList"/>
    <dgm:cxn modelId="{1AF49EE6-E618-4806-AFAF-7485CE52F90B}" type="presOf" srcId="{2FAC9349-A985-4357-B5D6-01C4B76E2F85}" destId="{0EE623B5-D7EE-405C-A568-A77A344EC810}" srcOrd="0" destOrd="0" presId="urn:microsoft.com/office/officeart/2018/2/layout/IconLabelDescriptionList"/>
    <dgm:cxn modelId="{32EBAEFA-BE6F-4A5D-8B7F-DDF1121961D6}" type="presOf" srcId="{CFB13377-9814-4212-ABCD-5C4772E3609A}" destId="{A510C3FF-C087-4287-877D-A72F69C73E3B}" srcOrd="0" destOrd="0" presId="urn:microsoft.com/office/officeart/2018/2/layout/IconLabelDescriptionList"/>
    <dgm:cxn modelId="{9799C4FD-FB11-4CE3-9DC1-084B8073CEDB}" srcId="{2FAC9349-A985-4357-B5D6-01C4B76E2F85}" destId="{A6AB3F50-3D7E-4428-9605-6C65DC50681A}" srcOrd="1" destOrd="0" parTransId="{B4A36978-3DA1-4D89-A2AB-07E3B8ED0282}" sibTransId="{67DB80F7-B949-46C8-B1E4-EF91F6A9EE6E}"/>
    <dgm:cxn modelId="{EA63A3B4-E128-45C7-8D79-B4E11413B3F9}" type="presParOf" srcId="{B1166E89-137D-4624-AFC1-BBD23B3425A3}" destId="{3D7E336E-C42A-4A14-A951-23D00042F17C}" srcOrd="0" destOrd="0" presId="urn:microsoft.com/office/officeart/2018/2/layout/IconLabelDescriptionList"/>
    <dgm:cxn modelId="{94DFB99D-379A-4C25-BCCA-4D38146A6427}" type="presParOf" srcId="{3D7E336E-C42A-4A14-A951-23D00042F17C}" destId="{6C7FC7C7-93F1-413D-9C70-D5FAAE16D65C}" srcOrd="0" destOrd="0" presId="urn:microsoft.com/office/officeart/2018/2/layout/IconLabelDescriptionList"/>
    <dgm:cxn modelId="{8AE689BF-DECD-420C-81FE-1EFBCE990023}" type="presParOf" srcId="{3D7E336E-C42A-4A14-A951-23D00042F17C}" destId="{49040BD6-148D-48B3-A1E4-C15B9A372C50}" srcOrd="1" destOrd="0" presId="urn:microsoft.com/office/officeart/2018/2/layout/IconLabelDescriptionList"/>
    <dgm:cxn modelId="{E77B5B65-BC1B-4B51-8DFC-00D2B6D57BDA}" type="presParOf" srcId="{3D7E336E-C42A-4A14-A951-23D00042F17C}" destId="{EB459971-DF7F-4EA6-9667-DB090DB18FF9}" srcOrd="2" destOrd="0" presId="urn:microsoft.com/office/officeart/2018/2/layout/IconLabelDescriptionList"/>
    <dgm:cxn modelId="{173A887D-3AD4-4173-B0F1-72CF4E1890C6}" type="presParOf" srcId="{3D7E336E-C42A-4A14-A951-23D00042F17C}" destId="{F1606A6B-7788-4D9B-8D66-A824F6889FCE}" srcOrd="3" destOrd="0" presId="urn:microsoft.com/office/officeart/2018/2/layout/IconLabelDescriptionList"/>
    <dgm:cxn modelId="{7A5CD0DC-96E3-41FE-A9E0-11C702E819CE}" type="presParOf" srcId="{3D7E336E-C42A-4A14-A951-23D00042F17C}" destId="{CFDECFD4-5DB2-47A8-A744-9D8F2AF3C23F}" srcOrd="4" destOrd="0" presId="urn:microsoft.com/office/officeart/2018/2/layout/IconLabelDescriptionList"/>
    <dgm:cxn modelId="{1AA6E1F3-3E5D-4F28-9135-23EF35560886}" type="presParOf" srcId="{B1166E89-137D-4624-AFC1-BBD23B3425A3}" destId="{8F88BD2B-C29C-4CB6-8A17-EAB1164FF539}" srcOrd="1" destOrd="0" presId="urn:microsoft.com/office/officeart/2018/2/layout/IconLabelDescriptionList"/>
    <dgm:cxn modelId="{266CFC57-247A-40A4-BE3F-6F3CB9EF4397}" type="presParOf" srcId="{B1166E89-137D-4624-AFC1-BBD23B3425A3}" destId="{BCB2B365-A5FA-427C-915B-7E9186610601}" srcOrd="2" destOrd="0" presId="urn:microsoft.com/office/officeart/2018/2/layout/IconLabelDescriptionList"/>
    <dgm:cxn modelId="{8A4613BA-C830-44E7-B748-2ABBC6456928}" type="presParOf" srcId="{BCB2B365-A5FA-427C-915B-7E9186610601}" destId="{FFFEA6AC-F0F3-4231-BD25-AF75814FD202}" srcOrd="0" destOrd="0" presId="urn:microsoft.com/office/officeart/2018/2/layout/IconLabelDescriptionList"/>
    <dgm:cxn modelId="{4264381C-AFF5-4853-AAED-098DD6E12620}" type="presParOf" srcId="{BCB2B365-A5FA-427C-915B-7E9186610601}" destId="{953DB43B-CD42-408F-9549-81A6E3FC44F5}" srcOrd="1" destOrd="0" presId="urn:microsoft.com/office/officeart/2018/2/layout/IconLabelDescriptionList"/>
    <dgm:cxn modelId="{AA940B0A-887A-424B-8E73-926AE3F346B0}" type="presParOf" srcId="{BCB2B365-A5FA-427C-915B-7E9186610601}" destId="{A510C3FF-C087-4287-877D-A72F69C73E3B}" srcOrd="2" destOrd="0" presId="urn:microsoft.com/office/officeart/2018/2/layout/IconLabelDescriptionList"/>
    <dgm:cxn modelId="{6C409CBA-3080-4017-A4B4-B044945DD266}" type="presParOf" srcId="{BCB2B365-A5FA-427C-915B-7E9186610601}" destId="{0CA9C14C-596E-4DCE-8A85-B04BB3519EAC}" srcOrd="3" destOrd="0" presId="urn:microsoft.com/office/officeart/2018/2/layout/IconLabelDescriptionList"/>
    <dgm:cxn modelId="{B8798046-7487-4716-8FD6-A0E57F26067A}" type="presParOf" srcId="{BCB2B365-A5FA-427C-915B-7E9186610601}" destId="{8437A0AA-5C6A-419D-864F-28ED3F9AC146}" srcOrd="4" destOrd="0" presId="urn:microsoft.com/office/officeart/2018/2/layout/IconLabelDescriptionList"/>
    <dgm:cxn modelId="{0F64A941-9190-49A3-802A-128834222251}" type="presParOf" srcId="{B1166E89-137D-4624-AFC1-BBD23B3425A3}" destId="{D9F55992-2E95-448D-8B6B-9E62CD804633}" srcOrd="3" destOrd="0" presId="urn:microsoft.com/office/officeart/2018/2/layout/IconLabelDescriptionList"/>
    <dgm:cxn modelId="{7E1F177A-F42A-4189-9668-B22AF661D066}" type="presParOf" srcId="{B1166E89-137D-4624-AFC1-BBD23B3425A3}" destId="{9592B52F-7705-470F-AF4D-89E20FD4B9C1}" srcOrd="4" destOrd="0" presId="urn:microsoft.com/office/officeart/2018/2/layout/IconLabelDescriptionList"/>
    <dgm:cxn modelId="{DC72B089-141C-4BFB-B1F0-49B5EAFC210B}" type="presParOf" srcId="{9592B52F-7705-470F-AF4D-89E20FD4B9C1}" destId="{10F8902E-04C2-445B-811E-6D7EAB6FF0E8}" srcOrd="0" destOrd="0" presId="urn:microsoft.com/office/officeart/2018/2/layout/IconLabelDescriptionList"/>
    <dgm:cxn modelId="{8E0734B3-530A-4262-B53A-81D73DD81917}" type="presParOf" srcId="{9592B52F-7705-470F-AF4D-89E20FD4B9C1}" destId="{2136304F-CC20-479B-8DBA-C6D95140EC50}" srcOrd="1" destOrd="0" presId="urn:microsoft.com/office/officeart/2018/2/layout/IconLabelDescriptionList"/>
    <dgm:cxn modelId="{438EDE41-7932-474C-A29F-022749031C64}" type="presParOf" srcId="{9592B52F-7705-470F-AF4D-89E20FD4B9C1}" destId="{0EE623B5-D7EE-405C-A568-A77A344EC810}" srcOrd="2" destOrd="0" presId="urn:microsoft.com/office/officeart/2018/2/layout/IconLabelDescriptionList"/>
    <dgm:cxn modelId="{70A3B48D-965D-413B-9053-1B3FD77A4482}" type="presParOf" srcId="{9592B52F-7705-470F-AF4D-89E20FD4B9C1}" destId="{8001DBAF-C3F7-4314-9D79-726F8276D448}" srcOrd="3" destOrd="0" presId="urn:microsoft.com/office/officeart/2018/2/layout/IconLabelDescriptionList"/>
    <dgm:cxn modelId="{D77C6641-86CB-4E73-817F-9C9BB2ECD7C2}" type="presParOf" srcId="{9592B52F-7705-470F-AF4D-89E20FD4B9C1}" destId="{4C654B4B-1318-4932-8ACE-BD3A607B2CB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C5F351-619C-4540-B6F3-59318E3250D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94E965-7A08-40FE-BBAE-A2536C5A8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Efficiency:</a:t>
          </a:r>
          <a:r>
            <a:rPr lang="en-US"/>
            <a:t> Tasks that took minutes now take seconds.</a:t>
          </a:r>
        </a:p>
      </dgm:t>
    </dgm:pt>
    <dgm:pt modelId="{7B312951-B9D7-4BD6-B30F-74AAF29C1079}" type="parTrans" cxnId="{312756B2-F5A8-43A7-80D9-8D39E768BA21}">
      <dgm:prSet/>
      <dgm:spPr/>
      <dgm:t>
        <a:bodyPr/>
        <a:lstStyle/>
        <a:p>
          <a:endParaRPr lang="en-US"/>
        </a:p>
      </dgm:t>
    </dgm:pt>
    <dgm:pt modelId="{182221D2-9504-45B3-8AE4-F7F2614D7586}" type="sibTrans" cxnId="{312756B2-F5A8-43A7-80D9-8D39E768BA21}">
      <dgm:prSet/>
      <dgm:spPr/>
      <dgm:t>
        <a:bodyPr/>
        <a:lstStyle/>
        <a:p>
          <a:endParaRPr lang="en-US"/>
        </a:p>
      </dgm:t>
    </dgm:pt>
    <dgm:pt modelId="{FC10C65C-417C-4450-A1EB-4681F30845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Simplicity:</a:t>
          </a:r>
          <a:r>
            <a:rPr lang="en-US"/>
            <a:t> No need to remember complex Excel syntax.</a:t>
          </a:r>
        </a:p>
      </dgm:t>
    </dgm:pt>
    <dgm:pt modelId="{2C09A0ED-0451-48B2-A782-8BBDD2385A54}" type="parTrans" cxnId="{C848136E-255C-4801-BDC4-55245009052A}">
      <dgm:prSet/>
      <dgm:spPr/>
      <dgm:t>
        <a:bodyPr/>
        <a:lstStyle/>
        <a:p>
          <a:endParaRPr lang="en-US"/>
        </a:p>
      </dgm:t>
    </dgm:pt>
    <dgm:pt modelId="{3408AE9E-1226-426F-A0FD-D8470CCB3A95}" type="sibTrans" cxnId="{C848136E-255C-4801-BDC4-55245009052A}">
      <dgm:prSet/>
      <dgm:spPr/>
      <dgm:t>
        <a:bodyPr/>
        <a:lstStyle/>
        <a:p>
          <a:endParaRPr lang="en-US"/>
        </a:p>
      </dgm:t>
    </dgm:pt>
    <dgm:pt modelId="{F55AE539-6270-464E-8BAE-E06209D591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Coverage:</a:t>
          </a:r>
          <a:r>
            <a:rPr lang="en-US"/>
            <a:t> Covers everything from Text, Numbers, Dates to Finance.</a:t>
          </a:r>
        </a:p>
      </dgm:t>
    </dgm:pt>
    <dgm:pt modelId="{64089D9B-3A38-4F6B-86F9-2052981F3EF8}" type="parTrans" cxnId="{17F25FC7-5B0A-4768-8201-91E809F94128}">
      <dgm:prSet/>
      <dgm:spPr/>
      <dgm:t>
        <a:bodyPr/>
        <a:lstStyle/>
        <a:p>
          <a:endParaRPr lang="en-US"/>
        </a:p>
      </dgm:t>
    </dgm:pt>
    <dgm:pt modelId="{A9F4535C-1D13-4E84-88AA-531A3F22FE04}" type="sibTrans" cxnId="{17F25FC7-5B0A-4768-8201-91E809F94128}">
      <dgm:prSet/>
      <dgm:spPr/>
      <dgm:t>
        <a:bodyPr/>
        <a:lstStyle/>
        <a:p>
          <a:endParaRPr lang="en-US"/>
        </a:p>
      </dgm:t>
    </dgm:pt>
    <dgm:pt modelId="{CAA13610-D0B9-42B7-9F97-5799FCE89EC7}" type="pres">
      <dgm:prSet presAssocID="{7AC5F351-619C-4540-B6F3-59318E3250D1}" presName="root" presStyleCnt="0">
        <dgm:presLayoutVars>
          <dgm:dir/>
          <dgm:resizeHandles val="exact"/>
        </dgm:presLayoutVars>
      </dgm:prSet>
      <dgm:spPr/>
    </dgm:pt>
    <dgm:pt modelId="{6B315109-9172-4DE8-ADBD-E971F0CDD0B8}" type="pres">
      <dgm:prSet presAssocID="{7E94E965-7A08-40FE-BBAE-A2536C5A8641}" presName="compNode" presStyleCnt="0"/>
      <dgm:spPr/>
    </dgm:pt>
    <dgm:pt modelId="{76CCBC35-F150-4488-8AA1-693A69FDD005}" type="pres">
      <dgm:prSet presAssocID="{7E94E965-7A08-40FE-BBAE-A2536C5A86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198A242-A3F5-40DB-821F-C5EB9A861882}" type="pres">
      <dgm:prSet presAssocID="{7E94E965-7A08-40FE-BBAE-A2536C5A8641}" presName="spaceRect" presStyleCnt="0"/>
      <dgm:spPr/>
    </dgm:pt>
    <dgm:pt modelId="{C5DD6C94-3DAF-4F10-B4CA-202F40D070F1}" type="pres">
      <dgm:prSet presAssocID="{7E94E965-7A08-40FE-BBAE-A2536C5A8641}" presName="textRect" presStyleLbl="revTx" presStyleIdx="0" presStyleCnt="3">
        <dgm:presLayoutVars>
          <dgm:chMax val="1"/>
          <dgm:chPref val="1"/>
        </dgm:presLayoutVars>
      </dgm:prSet>
      <dgm:spPr/>
    </dgm:pt>
    <dgm:pt modelId="{DF868B14-8679-47DB-9770-B0CB084F5712}" type="pres">
      <dgm:prSet presAssocID="{182221D2-9504-45B3-8AE4-F7F2614D7586}" presName="sibTrans" presStyleCnt="0"/>
      <dgm:spPr/>
    </dgm:pt>
    <dgm:pt modelId="{C5ABBA51-4E75-42B5-99B6-5978552987AD}" type="pres">
      <dgm:prSet presAssocID="{FC10C65C-417C-4450-A1EB-4681F30845AA}" presName="compNode" presStyleCnt="0"/>
      <dgm:spPr/>
    </dgm:pt>
    <dgm:pt modelId="{F6215C07-3F6C-4AE3-A90E-67356BB1F71A}" type="pres">
      <dgm:prSet presAssocID="{FC10C65C-417C-4450-A1EB-4681F30845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58F4E6-E035-4F64-B293-A37EE2AC02CB}" type="pres">
      <dgm:prSet presAssocID="{FC10C65C-417C-4450-A1EB-4681F30845AA}" presName="spaceRect" presStyleCnt="0"/>
      <dgm:spPr/>
    </dgm:pt>
    <dgm:pt modelId="{5E54FFE7-3BC3-42EB-B371-A593E4947F79}" type="pres">
      <dgm:prSet presAssocID="{FC10C65C-417C-4450-A1EB-4681F30845AA}" presName="textRect" presStyleLbl="revTx" presStyleIdx="1" presStyleCnt="3">
        <dgm:presLayoutVars>
          <dgm:chMax val="1"/>
          <dgm:chPref val="1"/>
        </dgm:presLayoutVars>
      </dgm:prSet>
      <dgm:spPr/>
    </dgm:pt>
    <dgm:pt modelId="{2B9B1632-63FE-43E6-9608-7C7BEF234993}" type="pres">
      <dgm:prSet presAssocID="{3408AE9E-1226-426F-A0FD-D8470CCB3A95}" presName="sibTrans" presStyleCnt="0"/>
      <dgm:spPr/>
    </dgm:pt>
    <dgm:pt modelId="{5930E0C0-1983-40F5-849A-D44CB4610FF9}" type="pres">
      <dgm:prSet presAssocID="{F55AE539-6270-464E-8BAE-E06209D591BE}" presName="compNode" presStyleCnt="0"/>
      <dgm:spPr/>
    </dgm:pt>
    <dgm:pt modelId="{1E61A63D-0C89-4450-B605-FAB18923AE24}" type="pres">
      <dgm:prSet presAssocID="{F55AE539-6270-464E-8BAE-E06209D591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02539E4-F87C-4752-8186-8B7C72A70A40}" type="pres">
      <dgm:prSet presAssocID="{F55AE539-6270-464E-8BAE-E06209D591BE}" presName="spaceRect" presStyleCnt="0"/>
      <dgm:spPr/>
    </dgm:pt>
    <dgm:pt modelId="{6C677F6C-9FF3-4FE8-A8D8-D99019B1D3AD}" type="pres">
      <dgm:prSet presAssocID="{F55AE539-6270-464E-8BAE-E06209D591B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BBFCB6B-2FC4-4F97-ACC6-CB4C78A6A708}" type="presOf" srcId="{FC10C65C-417C-4450-A1EB-4681F30845AA}" destId="{5E54FFE7-3BC3-42EB-B371-A593E4947F79}" srcOrd="0" destOrd="0" presId="urn:microsoft.com/office/officeart/2018/2/layout/IconLabelList"/>
    <dgm:cxn modelId="{C848136E-255C-4801-BDC4-55245009052A}" srcId="{7AC5F351-619C-4540-B6F3-59318E3250D1}" destId="{FC10C65C-417C-4450-A1EB-4681F30845AA}" srcOrd="1" destOrd="0" parTransId="{2C09A0ED-0451-48B2-A782-8BBDD2385A54}" sibTransId="{3408AE9E-1226-426F-A0FD-D8470CCB3A95}"/>
    <dgm:cxn modelId="{E50E9077-4A54-434D-939F-050DA198684B}" type="presOf" srcId="{F55AE539-6270-464E-8BAE-E06209D591BE}" destId="{6C677F6C-9FF3-4FE8-A8D8-D99019B1D3AD}" srcOrd="0" destOrd="0" presId="urn:microsoft.com/office/officeart/2018/2/layout/IconLabelList"/>
    <dgm:cxn modelId="{D1C2E6AE-2B77-4EE2-BF07-5352BD0A9F62}" type="presOf" srcId="{7E94E965-7A08-40FE-BBAE-A2536C5A8641}" destId="{C5DD6C94-3DAF-4F10-B4CA-202F40D070F1}" srcOrd="0" destOrd="0" presId="urn:microsoft.com/office/officeart/2018/2/layout/IconLabelList"/>
    <dgm:cxn modelId="{312756B2-F5A8-43A7-80D9-8D39E768BA21}" srcId="{7AC5F351-619C-4540-B6F3-59318E3250D1}" destId="{7E94E965-7A08-40FE-BBAE-A2536C5A8641}" srcOrd="0" destOrd="0" parTransId="{7B312951-B9D7-4BD6-B30F-74AAF29C1079}" sibTransId="{182221D2-9504-45B3-8AE4-F7F2614D7586}"/>
    <dgm:cxn modelId="{17F25FC7-5B0A-4768-8201-91E809F94128}" srcId="{7AC5F351-619C-4540-B6F3-59318E3250D1}" destId="{F55AE539-6270-464E-8BAE-E06209D591BE}" srcOrd="2" destOrd="0" parTransId="{64089D9B-3A38-4F6B-86F9-2052981F3EF8}" sibTransId="{A9F4535C-1D13-4E84-88AA-531A3F22FE04}"/>
    <dgm:cxn modelId="{879AEEE2-BF3B-4D12-AB69-C48A68B7B77E}" type="presOf" srcId="{7AC5F351-619C-4540-B6F3-59318E3250D1}" destId="{CAA13610-D0B9-42B7-9F97-5799FCE89EC7}" srcOrd="0" destOrd="0" presId="urn:microsoft.com/office/officeart/2018/2/layout/IconLabelList"/>
    <dgm:cxn modelId="{D0F5DB8B-EE5B-4467-8B9F-4802CD7985B5}" type="presParOf" srcId="{CAA13610-D0B9-42B7-9F97-5799FCE89EC7}" destId="{6B315109-9172-4DE8-ADBD-E971F0CDD0B8}" srcOrd="0" destOrd="0" presId="urn:microsoft.com/office/officeart/2018/2/layout/IconLabelList"/>
    <dgm:cxn modelId="{D25EC0AA-66B7-4100-B5BC-A15BDFD0AD18}" type="presParOf" srcId="{6B315109-9172-4DE8-ADBD-E971F0CDD0B8}" destId="{76CCBC35-F150-4488-8AA1-693A69FDD005}" srcOrd="0" destOrd="0" presId="urn:microsoft.com/office/officeart/2018/2/layout/IconLabelList"/>
    <dgm:cxn modelId="{F1222DE6-EA53-4EC3-9B22-C0DC927E3AC6}" type="presParOf" srcId="{6B315109-9172-4DE8-ADBD-E971F0CDD0B8}" destId="{F198A242-A3F5-40DB-821F-C5EB9A861882}" srcOrd="1" destOrd="0" presId="urn:microsoft.com/office/officeart/2018/2/layout/IconLabelList"/>
    <dgm:cxn modelId="{BD2181F1-D396-44D8-B203-21CEEAAC79BB}" type="presParOf" srcId="{6B315109-9172-4DE8-ADBD-E971F0CDD0B8}" destId="{C5DD6C94-3DAF-4F10-B4CA-202F40D070F1}" srcOrd="2" destOrd="0" presId="urn:microsoft.com/office/officeart/2018/2/layout/IconLabelList"/>
    <dgm:cxn modelId="{3803087D-A37A-46A3-A602-6F30F38CF868}" type="presParOf" srcId="{CAA13610-D0B9-42B7-9F97-5799FCE89EC7}" destId="{DF868B14-8679-47DB-9770-B0CB084F5712}" srcOrd="1" destOrd="0" presId="urn:microsoft.com/office/officeart/2018/2/layout/IconLabelList"/>
    <dgm:cxn modelId="{31AF8C36-075E-4D46-A495-117B2E0455B9}" type="presParOf" srcId="{CAA13610-D0B9-42B7-9F97-5799FCE89EC7}" destId="{C5ABBA51-4E75-42B5-99B6-5978552987AD}" srcOrd="2" destOrd="0" presId="urn:microsoft.com/office/officeart/2018/2/layout/IconLabelList"/>
    <dgm:cxn modelId="{69036E19-6B8D-430B-92C6-C84663D015C5}" type="presParOf" srcId="{C5ABBA51-4E75-42B5-99B6-5978552987AD}" destId="{F6215C07-3F6C-4AE3-A90E-67356BB1F71A}" srcOrd="0" destOrd="0" presId="urn:microsoft.com/office/officeart/2018/2/layout/IconLabelList"/>
    <dgm:cxn modelId="{6D3EC77A-8D7C-490F-A623-851479658EA8}" type="presParOf" srcId="{C5ABBA51-4E75-42B5-99B6-5978552987AD}" destId="{0258F4E6-E035-4F64-B293-A37EE2AC02CB}" srcOrd="1" destOrd="0" presId="urn:microsoft.com/office/officeart/2018/2/layout/IconLabelList"/>
    <dgm:cxn modelId="{FA24C000-4B4A-4BBE-B9B2-D37081308BFB}" type="presParOf" srcId="{C5ABBA51-4E75-42B5-99B6-5978552987AD}" destId="{5E54FFE7-3BC3-42EB-B371-A593E4947F79}" srcOrd="2" destOrd="0" presId="urn:microsoft.com/office/officeart/2018/2/layout/IconLabelList"/>
    <dgm:cxn modelId="{BDDD26DF-6D1E-4D27-8D90-D53BA93C8590}" type="presParOf" srcId="{CAA13610-D0B9-42B7-9F97-5799FCE89EC7}" destId="{2B9B1632-63FE-43E6-9608-7C7BEF234993}" srcOrd="3" destOrd="0" presId="urn:microsoft.com/office/officeart/2018/2/layout/IconLabelList"/>
    <dgm:cxn modelId="{1D7CAAC8-984E-4176-8296-276408C2865A}" type="presParOf" srcId="{CAA13610-D0B9-42B7-9F97-5799FCE89EC7}" destId="{5930E0C0-1983-40F5-849A-D44CB4610FF9}" srcOrd="4" destOrd="0" presId="urn:microsoft.com/office/officeart/2018/2/layout/IconLabelList"/>
    <dgm:cxn modelId="{177ACF2E-2EA4-473A-9869-F11EA09C3AC5}" type="presParOf" srcId="{5930E0C0-1983-40F5-849A-D44CB4610FF9}" destId="{1E61A63D-0C89-4450-B605-FAB18923AE24}" srcOrd="0" destOrd="0" presId="urn:microsoft.com/office/officeart/2018/2/layout/IconLabelList"/>
    <dgm:cxn modelId="{E18D5506-E68C-4281-82A2-B8897931FDA5}" type="presParOf" srcId="{5930E0C0-1983-40F5-849A-D44CB4610FF9}" destId="{C02539E4-F87C-4752-8186-8B7C72A70A40}" srcOrd="1" destOrd="0" presId="urn:microsoft.com/office/officeart/2018/2/layout/IconLabelList"/>
    <dgm:cxn modelId="{C07B64CE-A77F-45E3-9DCF-44AB6C7CFEB4}" type="presParOf" srcId="{5930E0C0-1983-40F5-849A-D44CB4610FF9}" destId="{6C677F6C-9FF3-4FE8-A8D8-D99019B1D3A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FC7C7-93F1-413D-9C70-D5FAAE16D65C}">
      <dsp:nvSpPr>
        <dsp:cNvPr id="0" name=""/>
        <dsp:cNvSpPr/>
      </dsp:nvSpPr>
      <dsp:spPr>
        <a:xfrm>
          <a:off x="393" y="939425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59971-DF7F-4EA6-9667-DB090DB18FF9}">
      <dsp:nvSpPr>
        <dsp:cNvPr id="0" name=""/>
        <dsp:cNvSpPr/>
      </dsp:nvSpPr>
      <dsp:spPr>
        <a:xfrm>
          <a:off x="393" y="214430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1. Extract Text Only</a:t>
          </a:r>
          <a:r>
            <a:rPr lang="en-US" sz="1500" kern="1200"/>
            <a:t> (=XL_ExtractText)</a:t>
          </a:r>
        </a:p>
      </dsp:txBody>
      <dsp:txXfrm>
        <a:off x="393" y="2144305"/>
        <a:ext cx="3138750" cy="470812"/>
      </dsp:txXfrm>
    </dsp:sp>
    <dsp:sp modelId="{CFDECFD4-5DB2-47A8-A744-9D8F2AF3C23F}">
      <dsp:nvSpPr>
        <dsp:cNvPr id="0" name=""/>
        <dsp:cNvSpPr/>
      </dsp:nvSpPr>
      <dsp:spPr>
        <a:xfrm>
          <a:off x="393" y="2664567"/>
          <a:ext cx="3138750" cy="74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Function:</a:t>
          </a:r>
          <a:r>
            <a:rPr lang="en-US" sz="1100" kern="1200"/>
            <a:t> Removes all numbers and symbols, keeping only alphabets.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Use Case:</a:t>
          </a:r>
          <a:r>
            <a:rPr lang="en-US" sz="1100" kern="1200"/>
            <a:t> Cleaning names mixed with employee IDs.</a:t>
          </a:r>
        </a:p>
      </dsp:txBody>
      <dsp:txXfrm>
        <a:off x="393" y="2664567"/>
        <a:ext cx="3138750" cy="747344"/>
      </dsp:txXfrm>
    </dsp:sp>
    <dsp:sp modelId="{FFFEA6AC-F0F3-4231-BD25-AF75814FD202}">
      <dsp:nvSpPr>
        <dsp:cNvPr id="0" name=""/>
        <dsp:cNvSpPr/>
      </dsp:nvSpPr>
      <dsp:spPr>
        <a:xfrm>
          <a:off x="3688425" y="939425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0C3FF-C087-4287-877D-A72F69C73E3B}">
      <dsp:nvSpPr>
        <dsp:cNvPr id="0" name=""/>
        <dsp:cNvSpPr/>
      </dsp:nvSpPr>
      <dsp:spPr>
        <a:xfrm>
          <a:off x="3688425" y="214430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2. Extract Numbers Only</a:t>
          </a:r>
          <a:r>
            <a:rPr lang="en-US" sz="1500" kern="1200"/>
            <a:t> (=XL_ExtractNumbers)</a:t>
          </a:r>
        </a:p>
      </dsp:txBody>
      <dsp:txXfrm>
        <a:off x="3688425" y="2144305"/>
        <a:ext cx="3138750" cy="470812"/>
      </dsp:txXfrm>
    </dsp:sp>
    <dsp:sp modelId="{8437A0AA-5C6A-419D-864F-28ED3F9AC146}">
      <dsp:nvSpPr>
        <dsp:cNvPr id="0" name=""/>
        <dsp:cNvSpPr/>
      </dsp:nvSpPr>
      <dsp:spPr>
        <a:xfrm>
          <a:off x="3688425" y="2664567"/>
          <a:ext cx="3138750" cy="74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Function:</a:t>
          </a:r>
          <a:r>
            <a:rPr lang="en-US" sz="1100" kern="1200"/>
            <a:t> Removes all text, keeping only digits.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Use Case:</a:t>
          </a:r>
          <a:r>
            <a:rPr lang="en-US" sz="1100" kern="1200"/>
            <a:t> Extracting prices or IDs from text strings.</a:t>
          </a:r>
        </a:p>
      </dsp:txBody>
      <dsp:txXfrm>
        <a:off x="3688425" y="2664567"/>
        <a:ext cx="3138750" cy="747344"/>
      </dsp:txXfrm>
    </dsp:sp>
    <dsp:sp modelId="{10F8902E-04C2-445B-811E-6D7EAB6FF0E8}">
      <dsp:nvSpPr>
        <dsp:cNvPr id="0" name=""/>
        <dsp:cNvSpPr/>
      </dsp:nvSpPr>
      <dsp:spPr>
        <a:xfrm>
          <a:off x="7376456" y="939425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623B5-D7EE-405C-A568-A77A344EC810}">
      <dsp:nvSpPr>
        <dsp:cNvPr id="0" name=""/>
        <dsp:cNvSpPr/>
      </dsp:nvSpPr>
      <dsp:spPr>
        <a:xfrm>
          <a:off x="7376456" y="214430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3. Extract Emails</a:t>
          </a:r>
          <a:r>
            <a:rPr lang="en-US" sz="1500" kern="1200"/>
            <a:t> (=XL_ExtractEmails)</a:t>
          </a:r>
        </a:p>
      </dsp:txBody>
      <dsp:txXfrm>
        <a:off x="7376456" y="2144305"/>
        <a:ext cx="3138750" cy="470812"/>
      </dsp:txXfrm>
    </dsp:sp>
    <dsp:sp modelId="{4C654B4B-1318-4932-8ACE-BD3A607B2CB9}">
      <dsp:nvSpPr>
        <dsp:cNvPr id="0" name=""/>
        <dsp:cNvSpPr/>
      </dsp:nvSpPr>
      <dsp:spPr>
        <a:xfrm>
          <a:off x="7376456" y="2664567"/>
          <a:ext cx="3138750" cy="74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Function:</a:t>
          </a:r>
          <a:r>
            <a:rPr lang="en-US" sz="1100" kern="1200"/>
            <a:t> Pulls out valid email addresses from long sentences.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Feature:</a:t>
          </a:r>
          <a:r>
            <a:rPr lang="en-US" sz="1100" kern="1200"/>
            <a:t> Can handle multiple emails in a single cell.</a:t>
          </a:r>
        </a:p>
      </dsp:txBody>
      <dsp:txXfrm>
        <a:off x="7376456" y="2664567"/>
        <a:ext cx="3138750" cy="747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CBC35-F150-4488-8AA1-693A69FDD005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D6C94-3DAF-4F10-B4CA-202F40D070F1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Efficiency:</a:t>
          </a:r>
          <a:r>
            <a:rPr lang="en-US" sz="1500" kern="1200"/>
            <a:t> Tasks that took minutes now take seconds.</a:t>
          </a:r>
        </a:p>
      </dsp:txBody>
      <dsp:txXfrm>
        <a:off x="417971" y="2644140"/>
        <a:ext cx="2889450" cy="720000"/>
      </dsp:txXfrm>
    </dsp:sp>
    <dsp:sp modelId="{F6215C07-3F6C-4AE3-A90E-67356BB1F71A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4FFE7-3BC3-42EB-B371-A593E4947F79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Simplicity:</a:t>
          </a:r>
          <a:r>
            <a:rPr lang="en-US" sz="1500" kern="1200"/>
            <a:t> No need to remember complex Excel syntax.</a:t>
          </a:r>
        </a:p>
      </dsp:txBody>
      <dsp:txXfrm>
        <a:off x="3813075" y="2644140"/>
        <a:ext cx="2889450" cy="720000"/>
      </dsp:txXfrm>
    </dsp:sp>
    <dsp:sp modelId="{1E61A63D-0C89-4450-B605-FAB18923AE24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77F6C-9FF3-4FE8-A8D8-D99019B1D3AD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Coverage:</a:t>
          </a:r>
          <a:r>
            <a:rPr lang="en-US" sz="1500" kern="1200"/>
            <a:t> Covers everything from Text, Numbers, Dates to Finance.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63E9-56A5-0B18-3C9D-48EA3ACDC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21E9B-5664-0622-1408-9A5420209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2518F-2AAA-BFDD-8101-B7C1C3FB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F2064-1755-8D2D-5377-95B031C3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CDB8C-C999-367B-DCA2-00A138C2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9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1492-0693-8945-C257-E46EE4E7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AA9D-3547-388D-FFAD-84D38286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649B7-BF59-B662-99C3-D02514E2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2704-D768-7C79-C393-6BF94DC2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05805-F445-2C7B-083B-71AD11EA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3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26BB-34C2-0FFF-EA37-2195C895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11293-935D-03F6-54C1-36345C2B7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C9206-B325-8918-F45B-D243688A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F3B73-4C4F-A86D-0E06-12EEF4B1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C37A-455E-3701-7D63-6C33BD97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8C53-C382-3061-5AF0-227AC3BD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52FB-FA78-DAD3-A346-A10907882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CA9CF-8264-5D23-F50F-48818E1D8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13CC2-2756-5A86-F0E7-97FA4AED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51D25-4125-E687-8805-252B6B4A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A6504-8224-72DD-58DF-047A6F79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3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4BA1-0A1E-546E-D479-706AE9D3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89BBA-DFF3-573C-5EB0-DE83C83ED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A0CB3-1684-2B6A-B004-67220592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614C8-2F13-659A-B4C2-1A50F6FA4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418ED-353A-317A-F9CA-518CEB92B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D5897-CEB5-A9CD-D3D5-50E99FD7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F9E03-ACF1-B720-948C-FF952659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796C02-10DA-ED2A-2852-4DD67740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CA0F-71F9-2FB9-DF28-E94B43E4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8066C-CBAE-E3C2-CF29-C63C490F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BAB07-22F5-E86B-84B6-7CD3EC9E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F971C-8564-2BC7-7C27-996F4B16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9C918-53B9-5738-A45E-E27C34BB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F5174-690F-6F59-A145-CBE1735E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1052A-93C7-FF70-45E0-F01652A8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7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F3D3-AB10-9EF0-CA8A-F66BDB05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4484-A4BC-682E-AD1C-3325A064D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5C77F-D72B-9229-D90C-4F3ECBA1F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21AEE-B36A-545F-5D74-6420A28D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2BC31-CBA8-A294-651D-4BE6EFCD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3FAB1-D539-74E2-BC89-17B37E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7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6ABB-EC97-E198-4309-EB11A94BF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B0C1E-1F48-F33C-4CAA-6A7371A34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26EC2-F42F-A77A-D1DE-305E1A0C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ADC6E-3A02-96FF-05A1-91BDB7D3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37AEA-5763-F1BF-D8B5-79CD31B8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53CBA-C9C7-ACC2-CC01-EE3892DF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4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5A41-BD9D-BEF5-7C56-63F3741A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1ECE9-80C9-F1C7-197C-9FBFD248B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D8C3-35D5-4764-924B-3FAB0B80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37C9D-A3A6-50E8-BA28-7AE1B46D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0ECBC-CF67-AF32-9753-FF083C3E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5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AF298-0ABA-DFE4-F3A6-C3DB3A4CF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7CFB4-CA11-C755-F99A-2B6430516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E0298-5BE0-4B03-D3B9-4DE5DBF0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EE51-FAF9-E69B-1395-A6899097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1500-173B-A7AE-58EE-B227AE4C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6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6B4F9-2B87-6D44-0D9E-A14FCC19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EA2FC-ABB7-D5AB-633B-D8EBB5DB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2CBDC-43A9-C4E4-8804-04EC321A4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2CA81-C145-4942-BD9A-9CD36476823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6C7CF-78D9-A430-6BE3-81F048957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E6657-8374-2ED2-AAF0-671F27AF8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A97DD-9C48-4C59-AA0C-2D411C8DF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8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C11D8F20-C1B2-1F1C-04E4-11317FE9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9" r="23298" b="734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A6A8B-6DD7-2235-32D1-041D25B8B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71599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Standard Custom Formulas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0DE07-5A46-972C-FCD2-B5DCE6A67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11 Powerful Functions to Automate Extraction, Cleaning &amp; Calculation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66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9EE79-C022-2921-D36D-690FE5DB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21225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US" sz="4000"/>
              <a:t>Stop Writing Complex Formulas!</a:t>
            </a: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2F4698A1-4008-03C9-AACB-860FB427D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526E-8AEE-4308-6DAE-91E75F81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2596847"/>
          </a:xfrm>
        </p:spPr>
        <p:txBody>
          <a:bodyPr anchor="t">
            <a:normAutofit/>
          </a:bodyPr>
          <a:lstStyle/>
          <a:p>
            <a:pPr algn="ctr"/>
            <a:r>
              <a:rPr lang="en-US" sz="1700" b="1"/>
              <a:t>The Problem:</a:t>
            </a:r>
            <a:endParaRPr lang="en-US" sz="1700"/>
          </a:p>
          <a:p>
            <a:pPr lvl="1" algn="ctr"/>
            <a:r>
              <a:rPr lang="en-US" sz="1700"/>
              <a:t>Extracting emails or numbers usually requires complex nested formulas (LEFT, MID, FIND, LEN).</a:t>
            </a:r>
          </a:p>
          <a:p>
            <a:pPr lvl="1" algn="ctr"/>
            <a:r>
              <a:rPr lang="en-US" sz="1700"/>
              <a:t>Cleaning dirty data takes hours of manual work.</a:t>
            </a:r>
          </a:p>
          <a:p>
            <a:pPr algn="ctr"/>
            <a:r>
              <a:rPr lang="en-US" sz="1700" b="1"/>
              <a:t>The Solution:</a:t>
            </a:r>
            <a:endParaRPr lang="en-US" sz="1700"/>
          </a:p>
          <a:p>
            <a:pPr lvl="1" algn="ctr"/>
            <a:r>
              <a:rPr lang="en-US" sz="1700"/>
              <a:t>We have created </a:t>
            </a:r>
            <a:r>
              <a:rPr lang="en-US" sz="1700" b="1"/>
              <a:t>11 Custom Functions</a:t>
            </a:r>
            <a:r>
              <a:rPr lang="en-US" sz="1700"/>
              <a:t> (UDFs).</a:t>
            </a:r>
          </a:p>
          <a:p>
            <a:pPr lvl="1" algn="ctr"/>
            <a:r>
              <a:rPr lang="en-US" sz="1700"/>
              <a:t>Just type </a:t>
            </a:r>
            <a:r>
              <a:rPr lang="en-US" sz="1700" b="1"/>
              <a:t>=XL_FunctionName(Cell)</a:t>
            </a:r>
            <a:r>
              <a:rPr lang="en-US" sz="1700"/>
              <a:t> and get results instantly.</a:t>
            </a:r>
          </a:p>
          <a:p>
            <a:pPr algn="ctr"/>
            <a:r>
              <a:rPr lang="en-US" sz="1700" b="1"/>
              <a:t>Key Benefit:</a:t>
            </a:r>
            <a:r>
              <a:rPr lang="en-US" sz="1700"/>
              <a:t> Simple, Fast, and Error-Free.</a:t>
            </a:r>
          </a:p>
        </p:txBody>
      </p:sp>
    </p:spTree>
    <p:extLst>
      <p:ext uri="{BB962C8B-B14F-4D97-AF65-F5344CB8AC3E}">
        <p14:creationId xmlns:p14="http://schemas.microsoft.com/office/powerpoint/2010/main" val="272016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AF5B-F934-4F9D-778A-158BF25C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Smart Data Extraction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83439C-DEB5-27A1-6D26-F902C271D2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248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AAEB7-5ECF-A7D1-A1C3-032DEE193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Contact &amp; Web Data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528DA-07D0-2BDD-70B5-893FA42ED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/>
              <a:t>4. Mobile Number Cleaner</a:t>
            </a:r>
            <a:r>
              <a:rPr lang="en-US" sz="2200"/>
              <a:t> (=XL_MobileNumberOnly)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extracts valid 10-digit mobile numbers.</a:t>
            </a:r>
          </a:p>
          <a:p>
            <a:pPr lvl="1"/>
            <a:r>
              <a:rPr lang="en-US" sz="2200" i="1"/>
              <a:t>Smart Logic:</a:t>
            </a:r>
            <a:r>
              <a:rPr lang="en-US" sz="2200"/>
              <a:t> Ignores landlines or invalid lengths automatically.</a:t>
            </a:r>
          </a:p>
          <a:p>
            <a:r>
              <a:rPr lang="en-US" sz="2200" b="1"/>
              <a:t>5. Extract URLs</a:t>
            </a:r>
            <a:r>
              <a:rPr lang="en-US" sz="2200"/>
              <a:t> (=XL_ExtractURL)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Extracts website links (http/https/www) from text.</a:t>
            </a:r>
          </a:p>
          <a:p>
            <a:pPr lvl="1"/>
            <a:r>
              <a:rPr lang="en-US" sz="2200" i="1"/>
              <a:t>Use Case:</a:t>
            </a:r>
            <a:r>
              <a:rPr lang="en-US" sz="2200"/>
              <a:t> Marketing teams extracting links from social media comments.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2779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A0198-491C-C5B0-447F-167D9650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Text Cleaning &amp; Formatting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D61D-1588-5C99-9ABF-87E2BB95F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/>
              <a:t>6. Remove Special Characters</a:t>
            </a:r>
            <a:r>
              <a:rPr lang="en-US" sz="2200"/>
              <a:t> (=XL_RemoveSpecialChars)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Cleans database entries by removing symbols like @, #, $, %.</a:t>
            </a:r>
          </a:p>
          <a:p>
            <a:r>
              <a:rPr lang="en-US" sz="2200" b="1"/>
              <a:t>7. Add Space (CamelCase Fix)</a:t>
            </a:r>
            <a:r>
              <a:rPr lang="en-US" sz="2200"/>
              <a:t> (=XL_AddSpace)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Inserts space before capital letters.</a:t>
            </a:r>
          </a:p>
          <a:p>
            <a:pPr lvl="1"/>
            <a:r>
              <a:rPr lang="en-US" sz="2200" i="1"/>
              <a:t>Example:</a:t>
            </a:r>
            <a:r>
              <a:rPr lang="en-US" sz="2200"/>
              <a:t> "PowerPointPresentation" ➝ "Power Point Presentation".</a:t>
            </a:r>
          </a:p>
          <a:p>
            <a:r>
              <a:rPr lang="en-US" sz="2200" b="1"/>
              <a:t>8. Reverse Name</a:t>
            </a:r>
            <a:r>
              <a:rPr lang="en-US" sz="2200"/>
              <a:t> (=XL_ReverseName)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Swaps "Last Name First Name" to "First Name Last Name".</a:t>
            </a:r>
          </a:p>
          <a:p>
            <a:pPr lvl="1"/>
            <a:r>
              <a:rPr lang="en-US" sz="2200" i="1"/>
              <a:t>Use Case:</a:t>
            </a:r>
            <a:r>
              <a:rPr lang="en-US" sz="2200"/>
              <a:t> Formatting Passport or Official Document data.</a:t>
            </a:r>
          </a:p>
        </p:txBody>
      </p:sp>
    </p:spTree>
    <p:extLst>
      <p:ext uri="{BB962C8B-B14F-4D97-AF65-F5344CB8AC3E}">
        <p14:creationId xmlns:p14="http://schemas.microsoft.com/office/powerpoint/2010/main" val="357488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30C5D-58EB-499C-E7AD-46AF6D4D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Tools for HR &amp; Finance Teams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D350B-F798-81EA-1E2F-8C838285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/>
              <a:t>9. Age from DOB</a:t>
            </a:r>
            <a:r>
              <a:rPr lang="en-US" sz="2200"/>
              <a:t> (=XL_AgeFromDOB)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Calculates exact Age (Years, Months, Days) from Date of Birth.</a:t>
            </a:r>
          </a:p>
          <a:p>
            <a:pPr lvl="1"/>
            <a:r>
              <a:rPr lang="en-US" sz="2200" i="1"/>
              <a:t>Benefit:</a:t>
            </a:r>
            <a:r>
              <a:rPr lang="en-US" sz="2200"/>
              <a:t> No more manual DATEDIF formulas.</a:t>
            </a:r>
          </a:p>
          <a:p>
            <a:r>
              <a:rPr lang="en-US" sz="2200" b="1"/>
              <a:t>10. Number to Words</a:t>
            </a:r>
            <a:r>
              <a:rPr lang="en-US" sz="2200"/>
              <a:t> (=XL_ConvertToWords)</a:t>
            </a:r>
          </a:p>
          <a:p>
            <a:pPr lvl="1"/>
            <a:r>
              <a:rPr lang="en-US" sz="2200" i="1"/>
              <a:t>Function:</a:t>
            </a:r>
            <a:r>
              <a:rPr lang="en-US" sz="2200"/>
              <a:t> Converts amounts into words (Indian Number System).</a:t>
            </a:r>
          </a:p>
          <a:p>
            <a:pPr lvl="1"/>
            <a:r>
              <a:rPr lang="en-US" sz="2200" i="1"/>
              <a:t>Example:</a:t>
            </a:r>
            <a:r>
              <a:rPr lang="en-US" sz="2200"/>
              <a:t> 1500 ➝ "One Thousand Five Hundred".</a:t>
            </a:r>
          </a:p>
          <a:p>
            <a:pPr lvl="1"/>
            <a:r>
              <a:rPr lang="en-US" sz="2200" i="1"/>
              <a:t>Use Case:</a:t>
            </a:r>
            <a:r>
              <a:rPr lang="en-US" sz="2200"/>
              <a:t> Invoice generation and Cheque printing.</a:t>
            </a:r>
          </a:p>
        </p:txBody>
      </p:sp>
    </p:spTree>
    <p:extLst>
      <p:ext uri="{BB962C8B-B14F-4D97-AF65-F5344CB8AC3E}">
        <p14:creationId xmlns:p14="http://schemas.microsoft.com/office/powerpoint/2010/main" val="2370381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52EE0-A838-8AA5-1275-A350FAC8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Security &amp; Generators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52FB-E9AE-1AB7-5F55-A0ADDB4B6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 dirty="0"/>
              <a:t>11. Password Generator</a:t>
            </a:r>
            <a:r>
              <a:rPr lang="en-US" sz="2200" dirty="0"/>
              <a:t> (=</a:t>
            </a:r>
            <a:r>
              <a:rPr lang="en-US" sz="2200" dirty="0" err="1"/>
              <a:t>XL_GeneratePassword</a:t>
            </a:r>
            <a:r>
              <a:rPr lang="en-US" sz="2200" dirty="0"/>
              <a:t>)</a:t>
            </a:r>
          </a:p>
          <a:p>
            <a:pPr lvl="1"/>
            <a:r>
              <a:rPr lang="en-US" sz="2200" i="1" dirty="0"/>
              <a:t>Function:</a:t>
            </a:r>
            <a:r>
              <a:rPr lang="en-US" sz="2200" dirty="0"/>
              <a:t> Generates a random, strong password of any length.</a:t>
            </a:r>
          </a:p>
          <a:p>
            <a:pPr lvl="1"/>
            <a:r>
              <a:rPr lang="en-US" sz="2200" i="1" dirty="0"/>
              <a:t>Input:</a:t>
            </a:r>
            <a:r>
              <a:rPr lang="en-US" sz="2200" dirty="0"/>
              <a:t> Just enter the length (e.g., 12).</a:t>
            </a:r>
          </a:p>
          <a:p>
            <a:pPr lvl="1"/>
            <a:r>
              <a:rPr lang="en-US" sz="2200" i="1" dirty="0"/>
              <a:t>Use Case:</a:t>
            </a:r>
            <a:r>
              <a:rPr lang="en-US" sz="2200" dirty="0"/>
              <a:t> IT Admins creating temporary passwords for new users.</a:t>
            </a:r>
          </a:p>
        </p:txBody>
      </p:sp>
    </p:spTree>
    <p:extLst>
      <p:ext uri="{BB962C8B-B14F-4D97-AF65-F5344CB8AC3E}">
        <p14:creationId xmlns:p14="http://schemas.microsoft.com/office/powerpoint/2010/main" val="300523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510D-BE37-3D99-E8AF-DF3E5BE6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B81BE1-443A-7334-A285-14735C2EB0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768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508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Standard Custom Formulas</vt:lpstr>
      <vt:lpstr>Stop Writing Complex Formulas!</vt:lpstr>
      <vt:lpstr>Smart Data Extraction</vt:lpstr>
      <vt:lpstr>Contact &amp; Web Data Tools</vt:lpstr>
      <vt:lpstr>Text Cleaning &amp; Formatting</vt:lpstr>
      <vt:lpstr>Tools for HR &amp; Finance Teams</vt:lpstr>
      <vt:lpstr>Security &amp; Generators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2</cp:revision>
  <dcterms:created xsi:type="dcterms:W3CDTF">2026-01-21T09:46:38Z</dcterms:created>
  <dcterms:modified xsi:type="dcterms:W3CDTF">2026-01-22T07:32:43Z</dcterms:modified>
</cp:coreProperties>
</file>