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B543-DFF9-DA9E-41A9-81E0B9498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AB4BF9-4819-07CB-6654-5F2A718BF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6156-C777-1A51-E41E-F4D0BD5B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5E4E3-8B3C-431E-F0CD-2BD7AF98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2B365-D58D-DC34-F0E8-E519B220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05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050F-A769-7B64-92C4-8D084847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4674D-75A1-C368-F831-1B172EA13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7DB16-2CEA-53EE-B6F6-C6F5D21C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BA5AA-5FD8-C5A5-F857-B1177D186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79A54-7F8E-EFDA-6710-CCCFAA19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4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C61C-4F81-53FA-C474-945A2B284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D2DB0-57A1-D2E8-8AE3-A2777974C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4346A-4724-F4C8-445F-5238D492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F2256-BED1-6AB2-BC09-DF1D37614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D7F9C-5BA7-EA42-4B75-4096935C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3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83A0-CCC1-20D2-A1D9-B10FF26C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1A108-3C45-CBC8-A57A-F614137BD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03D3F-3BB1-8A9B-4706-0E4E75286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CD06A-6202-57B7-E6EF-C0B4F1E82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46EB7-C004-EFF8-B57F-6004C8E14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26359-AB06-128E-F831-FDD8DC21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0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618B4-341C-5AD2-A270-1D87E4EB4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151A6-AE05-2881-50A3-2D66A034A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B16BA-42EE-601E-1C81-1EEB4B0E0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A199C-81B4-A196-50E9-535D30E4F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1CC679-7F6C-B05F-7592-6CE9DF978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5C259-4BC2-91CB-EE86-F8F080B4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A11DD1-AF38-806F-232D-DA09E397E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86B48-A01F-2F91-3452-49855CD2B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3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7D9B-F8F5-BA4B-CEE7-85B45BA0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25DB2-FD2D-0007-3FDC-3EE4E39A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81DF9-D80B-0702-0610-E43DCF385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0F124-BB9E-A82C-6D79-2D40AC96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4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DABF0-E0EA-A3B0-8BE5-CF015395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43437-0E03-E0EF-BDF6-C7EF4318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2C737-AFC4-B448-6575-88319B33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7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3F810-355E-FA04-71BB-DBCDC4EE3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3EA2-806B-C012-F014-4D5531063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7F7B6-9C29-BDB6-7D42-D2E107202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6084-49C0-2438-890C-99A9976C9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BCF49-934C-83E3-80C2-2A36790C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BBD66-6597-AECC-AA81-B7371DC7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18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C4979-3FDA-8D86-6ED6-AED198E6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1A6DAF-A06E-F1D1-D92F-B16C4B148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5C2B9-D6BD-CAD3-C1DC-F2E827968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588A9-3EE1-65D8-D0EC-15AE725F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16332-2BA4-8CD2-DFE1-E5B25973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EA44F-834A-6257-E636-0563FB38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8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A9E6-1EF6-72EE-87B5-E272B343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AA472-8A26-4015-9D06-D7A7DDB4B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74C97-3B36-F934-78D6-25667CEC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84C98-F70C-6DB6-6C54-F69E63B1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3656F-CD76-811E-6030-D37AF425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1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7EB5E-6CD3-ED8E-B210-5BD37C3A6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25C67-7627-8E50-6C40-F0C486C04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B80D4-17C0-B53B-EE44-0E238042D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B1CF9-52B4-C4B1-799B-0B98C1C9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21A84-221A-D290-F249-9FD1D916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1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84257-93A7-CB56-AA0D-5D1A51F3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365C4-9DA2-77B3-6C02-821CEE32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6E7B9-F8FA-E955-32F2-B79A3AA89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BF68E-AC0E-4591-8942-9427B68DDBB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C461D-52C4-3CA6-1FBD-9339D2271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197CD-888D-0C63-AED7-4037710B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7E72-0C26-4A19-8A7B-3E97676C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7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0320F-8D97-B1AC-8E99-C5FFC6F32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Smart Data Cleaner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4C984-EC0C-E70D-FF3B-5CE9299A2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/>
              <a:t>XLBooster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0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7855A-FFF5-9D77-CEFF-03DB6A023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Why Manual Cleaning Fail?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584C4-440A-8349-8B86-45CBC9AC5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Bullet Points:</a:t>
            </a:r>
            <a:endParaRPr lang="en-US" sz="2200"/>
          </a:p>
          <a:p>
            <a:pPr lvl="1"/>
            <a:r>
              <a:rPr lang="en-US" sz="2200"/>
              <a:t>❌ </a:t>
            </a:r>
            <a:r>
              <a:rPr lang="en-US" sz="2200" b="1"/>
              <a:t>Time Consuming:</a:t>
            </a:r>
            <a:r>
              <a:rPr lang="en-US" sz="2200"/>
              <a:t> Removing spaces and duplicates from thousands of rows takes hours.</a:t>
            </a:r>
          </a:p>
          <a:p>
            <a:pPr lvl="1"/>
            <a:r>
              <a:rPr lang="en-US" sz="2200"/>
              <a:t>❌ </a:t>
            </a:r>
            <a:r>
              <a:rPr lang="en-US" sz="2200" b="1"/>
              <a:t>Inconsistent Formats:</a:t>
            </a:r>
            <a:r>
              <a:rPr lang="en-US" sz="2200"/>
              <a:t> Dates mixed as text, serial numbers, and different separators (dd-mm vs mm/dd).</a:t>
            </a:r>
          </a:p>
          <a:p>
            <a:pPr lvl="1"/>
            <a:r>
              <a:rPr lang="en-US" sz="2200"/>
              <a:t>❌ </a:t>
            </a:r>
            <a:r>
              <a:rPr lang="en-US" sz="2200" b="1"/>
              <a:t>Hidden Garbage:</a:t>
            </a:r>
            <a:r>
              <a:rPr lang="en-US" sz="2200"/>
              <a:t> Invisible spaces (Ghost characters), unwanted shapes, and broken links.</a:t>
            </a:r>
          </a:p>
          <a:p>
            <a:pPr lvl="1"/>
            <a:r>
              <a:rPr lang="en-US" sz="2200"/>
              <a:t>❌ </a:t>
            </a:r>
            <a:r>
              <a:rPr lang="en-US" sz="2200" b="1"/>
              <a:t>Human Error:</a:t>
            </a:r>
            <a:r>
              <a:rPr lang="en-US" sz="2200"/>
              <a:t> Accidentally deleting data while trying to clean it.</a:t>
            </a:r>
          </a:p>
          <a:p>
            <a:r>
              <a:rPr lang="en-US" sz="2200" b="1"/>
              <a:t>Impact:</a:t>
            </a:r>
            <a:r>
              <a:rPr lang="en-US" sz="2200"/>
              <a:t> Poor reporting accuracy and wasted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303949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A1711-AB69-6AC7-B075-62D19BB84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One Tool to Clean Them All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958EA-EDCC-5F6C-3E0D-45A5B2DB0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Key Capabilities:</a:t>
            </a:r>
            <a:endParaRPr lang="en-US" sz="2200"/>
          </a:p>
          <a:p>
            <a:pPr lvl="1"/>
            <a:r>
              <a:rPr lang="en-US" sz="2200"/>
              <a:t>✨ </a:t>
            </a:r>
            <a:r>
              <a:rPr lang="en-US" sz="2200" b="1"/>
              <a:t>Instant Cleanup:</a:t>
            </a:r>
            <a:r>
              <a:rPr lang="en-US" sz="2200"/>
              <a:t> Processes thousands of rows in seconds.</a:t>
            </a:r>
          </a:p>
          <a:p>
            <a:pPr lvl="1"/>
            <a:r>
              <a:rPr lang="en-US" sz="2200"/>
              <a:t>🎨 </a:t>
            </a:r>
            <a:r>
              <a:rPr lang="en-US" sz="2200" b="1"/>
              <a:t>Modern UI:</a:t>
            </a:r>
            <a:r>
              <a:rPr lang="en-US" sz="2200"/>
              <a:t> Features professional </a:t>
            </a:r>
            <a:r>
              <a:rPr lang="en-US" sz="2200" b="1"/>
              <a:t>Dark &amp; Light Modes</a:t>
            </a:r>
            <a:r>
              <a:rPr lang="en-US" sz="2200"/>
              <a:t>.</a:t>
            </a:r>
          </a:p>
          <a:p>
            <a:pPr lvl="1"/>
            <a:r>
              <a:rPr lang="en-US" sz="2200"/>
              <a:t>👀 </a:t>
            </a:r>
            <a:r>
              <a:rPr lang="en-US" sz="2200" b="1"/>
              <a:t>Live Preview:</a:t>
            </a:r>
            <a:r>
              <a:rPr lang="en-US" sz="2200"/>
              <a:t> See your data before and after cleaning.</a:t>
            </a:r>
          </a:p>
          <a:p>
            <a:pPr lvl="1"/>
            <a:r>
              <a:rPr lang="en-US" sz="2200"/>
              <a:t>💾 </a:t>
            </a:r>
            <a:r>
              <a:rPr lang="en-US" sz="2200" b="1"/>
              <a:t>Safe Processing:</a:t>
            </a:r>
            <a:r>
              <a:rPr lang="en-US" sz="2200"/>
              <a:t> Creates a new "Cleaned" file, keeping original data safe.</a:t>
            </a:r>
          </a:p>
        </p:txBody>
      </p:sp>
    </p:spTree>
    <p:extLst>
      <p:ext uri="{BB962C8B-B14F-4D97-AF65-F5344CB8AC3E}">
        <p14:creationId xmlns:p14="http://schemas.microsoft.com/office/powerpoint/2010/main" val="3952411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28A8B-4663-E23F-96C7-0B79A907F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Essential Data Hygiene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3DE5A-7BFF-F8D1-C32E-9756A72F5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Features:</a:t>
            </a:r>
            <a:endParaRPr lang="en-US" sz="2200"/>
          </a:p>
          <a:p>
            <a:pPr lvl="1"/>
            <a:r>
              <a:rPr lang="en-US" sz="2200" b="1"/>
              <a:t>Trim Spacing:</a:t>
            </a:r>
            <a:r>
              <a:rPr lang="en-US" sz="2200"/>
              <a:t> Removes leading, trailing, and extra middle spaces (including invisible web characters).</a:t>
            </a:r>
          </a:p>
          <a:p>
            <a:pPr lvl="1"/>
            <a:r>
              <a:rPr lang="en-US" sz="2200" b="1"/>
              <a:t>Remove Duplicates:</a:t>
            </a:r>
            <a:r>
              <a:rPr lang="en-US" sz="2200"/>
              <a:t> Instantly identifies and removes duplicate records.</a:t>
            </a:r>
          </a:p>
          <a:p>
            <a:pPr lvl="1"/>
            <a:r>
              <a:rPr lang="en-US" sz="2200" b="1"/>
              <a:t>Standardize Case:</a:t>
            </a:r>
            <a:r>
              <a:rPr lang="en-US" sz="2200"/>
              <a:t> Converts text to UPPER CASE, lower case, or Proper Case (Title Case).</a:t>
            </a:r>
          </a:p>
          <a:p>
            <a:pPr lvl="1"/>
            <a:r>
              <a:rPr lang="en-US" sz="2200" b="1"/>
              <a:t>Fill Blanks:</a:t>
            </a:r>
            <a:endParaRPr lang="en-US" sz="2200"/>
          </a:p>
          <a:p>
            <a:pPr lvl="2"/>
            <a:r>
              <a:rPr lang="en-US" sz="2200"/>
              <a:t>Fills empty </a:t>
            </a:r>
            <a:r>
              <a:rPr lang="en-US" sz="2200" b="1"/>
              <a:t>Numeric</a:t>
            </a:r>
            <a:r>
              <a:rPr lang="en-US" sz="2200"/>
              <a:t> cells with 0.</a:t>
            </a:r>
          </a:p>
          <a:p>
            <a:pPr lvl="2"/>
            <a:r>
              <a:rPr lang="en-US" sz="2200"/>
              <a:t>Fills empty </a:t>
            </a:r>
            <a:r>
              <a:rPr lang="en-US" sz="2200" b="1"/>
              <a:t>Text</a:t>
            </a:r>
            <a:r>
              <a:rPr lang="en-US" sz="2200"/>
              <a:t> cells with N/A.</a:t>
            </a:r>
          </a:p>
        </p:txBody>
      </p:sp>
    </p:spTree>
    <p:extLst>
      <p:ext uri="{BB962C8B-B14F-4D97-AF65-F5344CB8AC3E}">
        <p14:creationId xmlns:p14="http://schemas.microsoft.com/office/powerpoint/2010/main" val="3813032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08F77B-8887-A6C3-B938-609330E7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 Deep Cleaning &amp; Formatting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19C04-3879-43D3-4EAF-B91FA3E4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Features:</a:t>
            </a:r>
            <a:endParaRPr lang="en-US" sz="2200"/>
          </a:p>
          <a:p>
            <a:pPr lvl="1"/>
            <a:r>
              <a:rPr lang="en-US" sz="2200" b="1"/>
              <a:t>🗑️ Remove Unwanted Elements:</a:t>
            </a:r>
            <a:endParaRPr lang="en-US" sz="2200"/>
          </a:p>
          <a:p>
            <a:pPr lvl="2"/>
            <a:r>
              <a:rPr lang="en-US" sz="2200"/>
              <a:t>Deletes Shapes/Logos/Buttons.</a:t>
            </a:r>
          </a:p>
          <a:p>
            <a:pPr lvl="2"/>
            <a:r>
              <a:rPr lang="en-US" sz="2200"/>
              <a:t>Removes Hyperlinks.</a:t>
            </a:r>
          </a:p>
          <a:p>
            <a:pPr lvl="2"/>
            <a:r>
              <a:rPr lang="en-US" sz="2200"/>
              <a:t>Clears Comments &amp; Notes.</a:t>
            </a:r>
          </a:p>
          <a:p>
            <a:pPr lvl="1"/>
            <a:r>
              <a:rPr lang="en-US" sz="2200" b="1"/>
              <a:t>🧹 Reset Formatting:</a:t>
            </a:r>
            <a:r>
              <a:rPr lang="en-US" sz="2200"/>
              <a:t> Clears all background colors, borders, and fonts for a clean look.</a:t>
            </a:r>
          </a:p>
          <a:p>
            <a:pPr lvl="1"/>
            <a:r>
              <a:rPr lang="en-US" sz="2200" b="1"/>
              <a:t>🧮 Formulas to Values:</a:t>
            </a:r>
            <a:r>
              <a:rPr lang="en-US" sz="2200"/>
              <a:t> Converts formulas into static text to prevent reference errors.</a:t>
            </a:r>
          </a:p>
          <a:p>
            <a:pPr lvl="1"/>
            <a:r>
              <a:rPr lang="en-US" sz="2200" b="1"/>
              <a:t>✂️ Remove Empty Rows/Cols:</a:t>
            </a:r>
            <a:r>
              <a:rPr lang="en-US" sz="2200"/>
              <a:t> Automatically detects and deletes completely blank rows and columns.</a:t>
            </a:r>
          </a:p>
        </p:txBody>
      </p:sp>
    </p:spTree>
    <p:extLst>
      <p:ext uri="{BB962C8B-B14F-4D97-AF65-F5344CB8AC3E}">
        <p14:creationId xmlns:p14="http://schemas.microsoft.com/office/powerpoint/2010/main" val="3988127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8DEE5-FFA1-C722-BC26-E700BED5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Intelligent Date Standardization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D478D-E7EE-1C74-6040-57080C8B9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Description:</a:t>
            </a:r>
            <a:r>
              <a:rPr lang="en-US" sz="2200"/>
              <a:t> The tool fixes broken date formats that Excel cannot recognize.</a:t>
            </a:r>
          </a:p>
          <a:p>
            <a:r>
              <a:rPr lang="en-US" sz="2200" b="1"/>
              <a:t>How it Works:</a:t>
            </a:r>
            <a:endParaRPr lang="en-US" sz="2200"/>
          </a:p>
          <a:p>
            <a:pPr lvl="1"/>
            <a:r>
              <a:rPr lang="en-US" sz="2200" b="1"/>
              <a:t>Step 1:</a:t>
            </a:r>
            <a:r>
              <a:rPr lang="en-US" sz="2200"/>
              <a:t> Select the Date Column.</a:t>
            </a:r>
          </a:p>
          <a:p>
            <a:pPr lvl="1"/>
            <a:r>
              <a:rPr lang="en-US" sz="2200" b="1"/>
              <a:t>Step 2:</a:t>
            </a:r>
            <a:r>
              <a:rPr lang="en-US" sz="2200"/>
              <a:t> Choose Target Format (e.g., DD-MM-YYYY or DD-MMM-YYYY).</a:t>
            </a:r>
          </a:p>
          <a:p>
            <a:pPr lvl="1"/>
            <a:r>
              <a:rPr lang="en-US" sz="2200" b="1"/>
              <a:t>Step 3:</a:t>
            </a:r>
            <a:r>
              <a:rPr lang="en-US" sz="2200"/>
              <a:t> The algorithm parses Text dates, Excel Serial numbers, and mixed separators.</a:t>
            </a:r>
          </a:p>
          <a:p>
            <a:r>
              <a:rPr lang="en-US" sz="2200" b="1"/>
              <a:t>Result:</a:t>
            </a:r>
            <a:r>
              <a:rPr lang="en-US" sz="2200"/>
              <a:t> 100% consistent dates ready for filtering and Pivot Tables.</a:t>
            </a:r>
          </a:p>
        </p:txBody>
      </p:sp>
    </p:spTree>
    <p:extLst>
      <p:ext uri="{BB962C8B-B14F-4D97-AF65-F5344CB8AC3E}">
        <p14:creationId xmlns:p14="http://schemas.microsoft.com/office/powerpoint/2010/main" val="1665931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B3831-BC17-7705-DEA2-45ED6BDAB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Advanced Text Manipulation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2DB2E-EEF6-6181-FCB6-B1FA5BC3A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Tools:</a:t>
            </a:r>
            <a:endParaRPr lang="en-US" sz="2200"/>
          </a:p>
          <a:p>
            <a:pPr lvl="1"/>
            <a:r>
              <a:rPr lang="en-US" sz="2200" b="1"/>
              <a:t>Find &amp; Replace:</a:t>
            </a:r>
            <a:endParaRPr lang="en-US" sz="2200"/>
          </a:p>
          <a:p>
            <a:pPr lvl="2"/>
            <a:r>
              <a:rPr lang="en-US" sz="2200"/>
              <a:t>Supports </a:t>
            </a:r>
            <a:r>
              <a:rPr lang="en-US" sz="2200" b="1"/>
              <a:t>Partial Match</a:t>
            </a:r>
            <a:r>
              <a:rPr lang="en-US" sz="2200"/>
              <a:t> or </a:t>
            </a:r>
            <a:r>
              <a:rPr lang="en-US" sz="2200" b="1"/>
              <a:t>Whole Word Match</a:t>
            </a:r>
            <a:r>
              <a:rPr lang="en-US" sz="2200"/>
              <a:t>.</a:t>
            </a:r>
          </a:p>
          <a:p>
            <a:pPr lvl="2"/>
            <a:r>
              <a:rPr lang="en-US" sz="2200"/>
              <a:t>Example: Find "Corp" -&gt; Replace with "Corporation".</a:t>
            </a:r>
          </a:p>
          <a:p>
            <a:pPr lvl="1"/>
            <a:r>
              <a:rPr lang="en-US" sz="2200" b="1"/>
              <a:t>Symbol Remover:</a:t>
            </a:r>
            <a:endParaRPr lang="en-US" sz="2200"/>
          </a:p>
          <a:p>
            <a:pPr lvl="2"/>
            <a:r>
              <a:rPr lang="en-US" sz="2200"/>
              <a:t>Create a custom list of unwanted symbols (e.g., @, #, *).</a:t>
            </a:r>
          </a:p>
          <a:p>
            <a:pPr lvl="2"/>
            <a:r>
              <a:rPr lang="en-US" sz="2200"/>
              <a:t>The tool strips these characters from specific columns instantly.</a:t>
            </a:r>
          </a:p>
        </p:txBody>
      </p:sp>
    </p:spTree>
    <p:extLst>
      <p:ext uri="{BB962C8B-B14F-4D97-AF65-F5344CB8AC3E}">
        <p14:creationId xmlns:p14="http://schemas.microsoft.com/office/powerpoint/2010/main" val="2744544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B5551-D474-D2D4-0FDF-F1AA9C081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Designed for Professionals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6519B-5515-EB5D-F37E-85251BF6D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Key UX Features:</a:t>
            </a:r>
            <a:endParaRPr lang="en-US" sz="2200"/>
          </a:p>
          <a:p>
            <a:pPr lvl="1"/>
            <a:r>
              <a:rPr lang="en-US" sz="2200"/>
              <a:t>🌓 </a:t>
            </a:r>
            <a:r>
              <a:rPr lang="en-US" sz="2200" b="1"/>
              <a:t>Theme Switcher:</a:t>
            </a:r>
            <a:r>
              <a:rPr lang="en-US" sz="2200"/>
              <a:t> Toggle between Professional Light and Dark Graphite themes.</a:t>
            </a:r>
          </a:p>
          <a:p>
            <a:pPr lvl="1"/>
            <a:r>
              <a:rPr lang="en-US" sz="2200"/>
              <a:t>👁️ </a:t>
            </a:r>
            <a:r>
              <a:rPr lang="en-US" sz="2200" b="1"/>
              <a:t>Data Preview:</a:t>
            </a:r>
            <a:r>
              <a:rPr lang="en-US" sz="2200"/>
              <a:t> A terminal-style preview box shows loaded data and cleaning logs.</a:t>
            </a:r>
          </a:p>
          <a:p>
            <a:pPr lvl="1"/>
            <a:r>
              <a:rPr lang="en-US" sz="2200"/>
              <a:t>📂 </a:t>
            </a:r>
            <a:r>
              <a:rPr lang="en-US" sz="2200" b="1"/>
              <a:t>Output Management:</a:t>
            </a:r>
            <a:r>
              <a:rPr lang="en-US" sz="2200"/>
              <a:t> Auto-generates filenames with timestamps to prevent overwriting.</a:t>
            </a:r>
          </a:p>
          <a:p>
            <a:pPr lvl="1"/>
            <a:r>
              <a:rPr lang="en-US" sz="2200"/>
              <a:t>💡 </a:t>
            </a:r>
            <a:r>
              <a:rPr lang="en-US" sz="2200" b="1"/>
              <a:t>Smart Tooltips:</a:t>
            </a:r>
            <a:r>
              <a:rPr lang="en-US" sz="2200"/>
              <a:t> Hover over any option to see exactly what it does.</a:t>
            </a:r>
          </a:p>
        </p:txBody>
      </p:sp>
    </p:spTree>
    <p:extLst>
      <p:ext uri="{BB962C8B-B14F-4D97-AF65-F5344CB8AC3E}">
        <p14:creationId xmlns:p14="http://schemas.microsoft.com/office/powerpoint/2010/main" val="60950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E5517-C8D8-0247-9DCF-CC5ED5CB9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How It Works (4 Simple Steps)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2B1F2-09F6-FC6F-7800-DCA8D4706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Steps:</a:t>
            </a:r>
            <a:endParaRPr lang="en-US" sz="2200"/>
          </a:p>
          <a:p>
            <a:pPr lvl="1"/>
            <a:r>
              <a:rPr lang="en-US" sz="2200" b="1"/>
              <a:t>Load:</a:t>
            </a:r>
            <a:r>
              <a:rPr lang="en-US" sz="2200"/>
              <a:t> Click "Browse" to load any Excel file (.xlsx, .xlsm).</a:t>
            </a:r>
          </a:p>
          <a:p>
            <a:pPr lvl="1"/>
            <a:r>
              <a:rPr lang="en-US" sz="2200" b="1"/>
              <a:t>Select:</a:t>
            </a:r>
            <a:r>
              <a:rPr lang="en-US" sz="2200"/>
              <a:t> Check the boxes for the cleaning actions you need.</a:t>
            </a:r>
          </a:p>
          <a:p>
            <a:pPr lvl="1"/>
            <a:r>
              <a:rPr lang="en-US" sz="2200" b="1"/>
              <a:t>Process:</a:t>
            </a:r>
            <a:r>
              <a:rPr lang="en-US" sz="2200"/>
              <a:t> Click "Clean Data". The tool creates a copy and processes it.</a:t>
            </a:r>
          </a:p>
          <a:p>
            <a:pPr lvl="1"/>
            <a:r>
              <a:rPr lang="en-US" sz="2200" b="1"/>
              <a:t>Finish:</a:t>
            </a:r>
            <a:r>
              <a:rPr lang="en-US" sz="2200"/>
              <a:t> Click "Open Folder" to access your pristine file.</a:t>
            </a:r>
          </a:p>
        </p:txBody>
      </p:sp>
    </p:spTree>
    <p:extLst>
      <p:ext uri="{BB962C8B-B14F-4D97-AF65-F5344CB8AC3E}">
        <p14:creationId xmlns:p14="http://schemas.microsoft.com/office/powerpoint/2010/main" val="1575875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556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Smart Data Cleaner</vt:lpstr>
      <vt:lpstr>Why Manual Cleaning Fail?</vt:lpstr>
      <vt:lpstr>One Tool to Clean Them All</vt:lpstr>
      <vt:lpstr>Essential Data Hygiene</vt:lpstr>
      <vt:lpstr> Deep Cleaning &amp; Formatting</vt:lpstr>
      <vt:lpstr>Intelligent Date Standardization</vt:lpstr>
      <vt:lpstr>Advanced Text Manipulation</vt:lpstr>
      <vt:lpstr>Designed for Professionals</vt:lpstr>
      <vt:lpstr>How It Works (4 Simple Steps)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2</cp:revision>
  <dcterms:created xsi:type="dcterms:W3CDTF">2026-01-24T05:04:24Z</dcterms:created>
  <dcterms:modified xsi:type="dcterms:W3CDTF">2026-01-24T05:14:46Z</dcterms:modified>
</cp:coreProperties>
</file>