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8198-6556-A464-82B2-C9D05BAC0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8A2FA-43E4-F184-E3DD-A24DA4001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7838A-AF52-C60B-4A21-4A8EB2B9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D569-5B68-5112-7DF5-75989865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15E9-35EE-C961-9BD1-C25D4547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2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F909-C432-F8B1-57DF-402CE522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C8ED-29A6-7D66-9ECC-9F848959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819B-9C1A-BAA7-10E5-95557447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8F857-E652-47D9-029A-ACDA0D42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37B0-9F33-A1A9-9308-0DDDFCA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0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FAF6-A295-D297-E29A-8675F44D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608AF-0A03-AA3D-C553-AA5C8024C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80C4-57B4-1BB1-246D-6B9053C8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B0DB-34BD-0164-D19B-27AFC3D0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9B9A4-EA6D-C385-488A-BC184F28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B8F5-F484-2433-AE16-8E10996E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59C53-DCEF-53BB-EFDC-61B32B50E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22751-D4E0-236D-0786-E081B2CEA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8F0B4-5BE3-CCA4-2739-E1E7A415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E62CF-FD98-73DC-92A4-453ADCAC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C80B-FECB-2AE2-7B4E-8B3F80BA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3183-60CF-E4A2-5691-EEE0EACC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25AB-FA3D-4B98-F908-790386AA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D4A63-F6EE-82B8-980D-14548FED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D201C-C547-21D1-96DA-442BB9654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8D8F4-FE38-53E5-8EE6-37345FADF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71829-D303-7CF4-FD17-A21E6919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3413D-D8F2-A65D-8133-7A342AE6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B3D5C-434E-438A-13B5-E5C046DD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5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0225-3F5C-ACFA-7661-48BCF8B9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07BDE7-2D6C-E9A0-F778-7A114391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E6CA7-8D58-3080-FC43-5F96CD5D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56CBA-F3E8-680B-AE65-C2E0CCA7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2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D90A7-1B5F-E7E8-5881-946CB0C9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9D777-855D-7643-2259-9A96E486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EB53E-8709-D42D-EC53-EFB0E891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4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29F0-908D-1E03-93BE-D235C9C9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DB7D-98C4-7B6C-0DB9-9B9A3F597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CE25-E629-659D-340B-83A4C49B0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0176F-AA28-4C96-2D9C-0A7564E3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AF0F-946E-0D8C-D1D6-83B20B7A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D62C2-9531-FAEE-4669-D5852850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AFD1-9336-A14F-DCB7-C39AA6B0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EDE72-2067-965B-E7CA-1B1831318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97465-C0D8-CE53-F0E6-D033C7BE0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D2E44-BED1-8976-9A74-4548D6C7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0F0B6-9C2F-680A-C2C8-486D1197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DAEB6-6558-5076-1322-D8603672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4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6EDE-F60E-688B-2DAC-A39273F8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FFAF1-5710-576F-C622-A5C597163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967F9-D02E-0ED1-1B24-2892FEBC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32AB-3AD3-B701-7AE2-07493EC1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7018D-9C4D-9787-E90A-66282F23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1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A7E7A-9EC3-213F-41F8-B5B8A8A3F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54828-8D32-AF87-CE2A-D8F81AAC6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F8754-5A2D-AFD7-5B6B-7206D744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42F31-461A-3E5D-AB8E-95FEBA65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83D29-5A44-4DE7-0F21-0BFADF9B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3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6093A-EF9C-5EF5-3F0E-71E5A1C0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2665D-C65C-C49C-FF25-6C343EFDF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E140-5805-C0C6-FEF6-40387E066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D26FE-51B1-470E-9EA5-43E2E7BF1E5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BD95B-1622-6BCE-4610-B7B9BEEA6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C382-5B18-38FC-64F3-407CEDB8F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9FF09-7711-4BCD-95AC-00E862471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3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3E39E-EE73-001D-C3EA-3A1408A32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Export As Web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39F64-BDBF-CFB8-62AC-824328916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Convert Excel Ranges into Interactive Web Dashboards instantly.</a:t>
            </a:r>
            <a:endParaRPr lang="en-US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6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DE1E-D736-F3D4-00C2-EA0E621F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Why Traditional Sharing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25A7-2115-170D-9B14-BA569C52D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Bullet Points:</a:t>
            </a:r>
            <a:endParaRPr lang="en-US" sz="2200"/>
          </a:p>
          <a:p>
            <a:pPr lvl="1"/>
            <a:r>
              <a:rPr lang="en-US" sz="2200"/>
              <a:t>❌ </a:t>
            </a:r>
            <a:r>
              <a:rPr lang="en-US" sz="2200" b="1"/>
              <a:t>Excel Files:</a:t>
            </a:r>
            <a:r>
              <a:rPr lang="en-US" sz="2200"/>
              <a:t> Require the user to have Excel installed; hard to read on mobile.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PDFs:</a:t>
            </a:r>
            <a:r>
              <a:rPr lang="en-US" sz="2200"/>
              <a:t> Static and non-interactive. You cannot search or sort a PDF.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Screenshots:</a:t>
            </a:r>
            <a:r>
              <a:rPr lang="en-US" sz="2200"/>
              <a:t> Look good but are completely useless for data analysis.</a:t>
            </a:r>
          </a:p>
          <a:p>
            <a:pPr lvl="1"/>
            <a:r>
              <a:rPr lang="en-US" sz="2200"/>
              <a:t>❌ </a:t>
            </a:r>
            <a:r>
              <a:rPr lang="en-US" sz="2200" b="1"/>
              <a:t>Compatibility:</a:t>
            </a:r>
            <a:r>
              <a:rPr lang="en-US" sz="2200"/>
              <a:t> Formatting often breaks when sending files between different versions of Excel.</a:t>
            </a:r>
          </a:p>
        </p:txBody>
      </p:sp>
    </p:spTree>
    <p:extLst>
      <p:ext uri="{BB962C8B-B14F-4D97-AF65-F5344CB8AC3E}">
        <p14:creationId xmlns:p14="http://schemas.microsoft.com/office/powerpoint/2010/main" val="3049736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40303-0992-72CD-079E-36C9746E1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Turn Spreadsheets into Web Table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1ED98-13AA-4935-E34E-C9FB5201D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Key Capabilities:</a:t>
            </a:r>
            <a:endParaRPr lang="en-US" sz="2200"/>
          </a:p>
          <a:p>
            <a:pPr lvl="1"/>
            <a:r>
              <a:rPr lang="en-US" sz="2200"/>
              <a:t>✨ </a:t>
            </a:r>
            <a:r>
              <a:rPr lang="en-US" sz="2200" b="1"/>
              <a:t>One-Click Export:</a:t>
            </a:r>
            <a:r>
              <a:rPr lang="en-US" sz="2200"/>
              <a:t> Select range, click button, done.</a:t>
            </a:r>
          </a:p>
          <a:p>
            <a:pPr lvl="1"/>
            <a:r>
              <a:rPr lang="en-US" sz="2200"/>
              <a:t>🌐 </a:t>
            </a:r>
            <a:r>
              <a:rPr lang="en-US" sz="2200" b="1"/>
              <a:t>Universal Access:</a:t>
            </a:r>
            <a:r>
              <a:rPr lang="en-US" sz="2200"/>
              <a:t> Works on any browser (Chrome, Edge, Safari, Mobile).</a:t>
            </a:r>
          </a:p>
          <a:p>
            <a:pPr lvl="1"/>
            <a:r>
              <a:rPr lang="en-US" sz="2200"/>
              <a:t>📁 </a:t>
            </a:r>
            <a:r>
              <a:rPr lang="en-US" sz="2200" b="1"/>
              <a:t>Standalone File:</a:t>
            </a:r>
            <a:r>
              <a:rPr lang="en-US" sz="2200"/>
              <a:t> Generates a single .html file. No separate CSS/JS folders needed. Send it by email easily!</a:t>
            </a:r>
          </a:p>
        </p:txBody>
      </p:sp>
    </p:spTree>
    <p:extLst>
      <p:ext uri="{BB962C8B-B14F-4D97-AF65-F5344CB8AC3E}">
        <p14:creationId xmlns:p14="http://schemas.microsoft.com/office/powerpoint/2010/main" val="251768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3D256-C36A-C205-E028-619A0F9F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 More Than Just a Table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F3880-91F3-A2F9-A7E5-9C26615C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Includes "Pro" features powered by DataTables.js.</a:t>
            </a:r>
          </a:p>
          <a:p>
            <a:r>
              <a:rPr lang="en-US" sz="2200" b="1"/>
              <a:t>Feature List:</a:t>
            </a:r>
            <a:endParaRPr lang="en-US" sz="2200"/>
          </a:p>
          <a:p>
            <a:pPr lvl="1"/>
            <a:r>
              <a:rPr lang="en-US" sz="2200" b="1"/>
              <a:t>🔍 Instant Search:</a:t>
            </a:r>
            <a:r>
              <a:rPr lang="en-US" sz="2200"/>
              <a:t> A global search bar filters data in milliseconds.</a:t>
            </a:r>
          </a:p>
          <a:p>
            <a:pPr lvl="1"/>
            <a:r>
              <a:rPr lang="en-US" sz="2200" b="1"/>
              <a:t>🔽 Column Filtering:</a:t>
            </a:r>
            <a:r>
              <a:rPr lang="en-US" sz="2200"/>
              <a:t> Filter specific columns (e.g., Dates, Status).</a:t>
            </a:r>
          </a:p>
          <a:p>
            <a:pPr lvl="1"/>
            <a:r>
              <a:rPr lang="en-US" sz="2200" b="1"/>
              <a:t>⇅ Sorting:</a:t>
            </a:r>
            <a:r>
              <a:rPr lang="en-US" sz="2200"/>
              <a:t> Click headers to sort A-Z, Z-A, or numerically.</a:t>
            </a:r>
          </a:p>
          <a:p>
            <a:pPr lvl="1"/>
            <a:r>
              <a:rPr lang="en-US" sz="2200" b="1"/>
              <a:t>📄 Pagination:</a:t>
            </a:r>
            <a:r>
              <a:rPr lang="en-US" sz="2200"/>
              <a:t> Breaks large datasets into clean pages (10, 25, 50 rows).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2826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22598-438E-0C5D-9CD0-2B5693A5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Self-Service Data Reporting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0982-A35A-AA41-60CB-67EA6757E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Description:</a:t>
            </a:r>
            <a:r>
              <a:rPr lang="en-US" sz="2200"/>
              <a:t> The generated HTML file allows viewers to download the data back!</a:t>
            </a:r>
          </a:p>
          <a:p>
            <a:r>
              <a:rPr lang="en-US" sz="2200" b="1"/>
              <a:t>Built-in Buttons:</a:t>
            </a:r>
            <a:endParaRPr lang="en-US" sz="2200"/>
          </a:p>
          <a:p>
            <a:pPr lvl="1"/>
            <a:r>
              <a:rPr lang="en-US" sz="2200"/>
              <a:t>📋 </a:t>
            </a:r>
            <a:r>
              <a:rPr lang="en-US" sz="2200" b="1"/>
              <a:t>Copy:</a:t>
            </a:r>
            <a:r>
              <a:rPr lang="en-US" sz="2200"/>
              <a:t> Copy to clipboard instantly.</a:t>
            </a:r>
          </a:p>
          <a:p>
            <a:pPr lvl="1"/>
            <a:r>
              <a:rPr lang="en-US" sz="2200"/>
              <a:t>📊 </a:t>
            </a:r>
            <a:r>
              <a:rPr lang="en-US" sz="2200" b="1"/>
              <a:t>Excel:</a:t>
            </a:r>
            <a:r>
              <a:rPr lang="en-US" sz="2200"/>
              <a:t> Download back to .xlsx format.</a:t>
            </a:r>
          </a:p>
          <a:p>
            <a:pPr lvl="1"/>
            <a:r>
              <a:rPr lang="en-US" sz="2200"/>
              <a:t>📑 </a:t>
            </a:r>
            <a:r>
              <a:rPr lang="en-US" sz="2200" b="1"/>
              <a:t>CSV:</a:t>
            </a:r>
            <a:r>
              <a:rPr lang="en-US" sz="2200"/>
              <a:t> Export raw data.</a:t>
            </a:r>
          </a:p>
          <a:p>
            <a:pPr lvl="1"/>
            <a:r>
              <a:rPr lang="en-US" sz="2200"/>
              <a:t>📄 </a:t>
            </a:r>
            <a:r>
              <a:rPr lang="en-US" sz="2200" b="1"/>
              <a:t>PDF:</a:t>
            </a:r>
            <a:r>
              <a:rPr lang="en-US" sz="2200"/>
              <a:t> Auto-generated PDF report (Portrait/Landscape detection).</a:t>
            </a:r>
          </a:p>
          <a:p>
            <a:pPr lvl="1"/>
            <a:r>
              <a:rPr lang="en-US" sz="2200"/>
              <a:t>🖨️ </a:t>
            </a:r>
            <a:r>
              <a:rPr lang="en-US" sz="2200" b="1"/>
              <a:t>Print:</a:t>
            </a:r>
            <a:r>
              <a:rPr lang="en-US" sz="2200"/>
              <a:t> Printer-friendly view.</a:t>
            </a:r>
          </a:p>
        </p:txBody>
      </p:sp>
    </p:spTree>
    <p:extLst>
      <p:ext uri="{BB962C8B-B14F-4D97-AF65-F5344CB8AC3E}">
        <p14:creationId xmlns:p14="http://schemas.microsoft.com/office/powerpoint/2010/main" val="240894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1402A-C0CD-E689-90D5-BE50DEDA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Beautiful &amp; Responsive Design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6AB48-3F44-4034-2233-868E98FF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Key UX Features:</a:t>
            </a:r>
            <a:endParaRPr lang="en-US" sz="2200"/>
          </a:p>
          <a:p>
            <a:pPr lvl="1"/>
            <a:r>
              <a:rPr lang="en-US" sz="2200"/>
              <a:t>🌓 </a:t>
            </a:r>
            <a:r>
              <a:rPr lang="en-US" sz="2200" b="1"/>
              <a:t>Dark/Light Mode:</a:t>
            </a:r>
            <a:r>
              <a:rPr lang="en-US" sz="2200"/>
              <a:t> Integrated toggle switch for comfortable reading.</a:t>
            </a:r>
          </a:p>
          <a:p>
            <a:pPr lvl="1"/>
            <a:r>
              <a:rPr lang="en-US" sz="2200"/>
              <a:t>📱 </a:t>
            </a:r>
            <a:r>
              <a:rPr lang="en-US" sz="2200" b="1"/>
              <a:t>Mobile Responsive:</a:t>
            </a:r>
            <a:r>
              <a:rPr lang="en-US" sz="2200"/>
              <a:t> Layout adapts automatically to Phone, Tablet, or Desktop screens.</a:t>
            </a:r>
          </a:p>
          <a:p>
            <a:pPr lvl="1"/>
            <a:r>
              <a:rPr lang="en-US" sz="2200"/>
              <a:t>🎨 </a:t>
            </a:r>
            <a:r>
              <a:rPr lang="en-US" sz="2200" b="1"/>
              <a:t>Modern Styling:</a:t>
            </a:r>
            <a:r>
              <a:rPr lang="en-US" sz="2200"/>
              <a:t> Bootstrap 5 design with clean fonts and hover effects.</a:t>
            </a:r>
          </a:p>
          <a:p>
            <a:pPr lvl="1"/>
            <a:r>
              <a:rPr lang="en-US" sz="2200"/>
              <a:t>📍 </a:t>
            </a:r>
            <a:r>
              <a:rPr lang="en-US" sz="2200" b="1"/>
              <a:t>Dashboard Header:</a:t>
            </a:r>
            <a:r>
              <a:rPr lang="en-US" sz="2200"/>
              <a:t> Displays Row count, Column count, and Export Timestamp.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95960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1D2A9-D145-9625-0025-BB44115E3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 How It Works (Workflow)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10C70-9F5F-176E-FF8A-DAC07EFC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Steps:</a:t>
            </a:r>
            <a:endParaRPr lang="en-US" sz="2200"/>
          </a:p>
          <a:p>
            <a:pPr lvl="1"/>
            <a:r>
              <a:rPr lang="en-US" sz="2200" b="1"/>
              <a:t>Select:</a:t>
            </a:r>
            <a:r>
              <a:rPr lang="en-US" sz="2200"/>
              <a:t> Highlight your data range in Excel.</a:t>
            </a:r>
          </a:p>
          <a:p>
            <a:pPr lvl="1"/>
            <a:r>
              <a:rPr lang="en-US" sz="2200" b="1"/>
              <a:t>Configure:</a:t>
            </a:r>
            <a:r>
              <a:rPr lang="en-US" sz="2200"/>
              <a:t> The tool asks: "Include Headers?" and "Enable Pro Features?".</a:t>
            </a:r>
          </a:p>
          <a:p>
            <a:pPr lvl="1"/>
            <a:r>
              <a:rPr lang="en-US" sz="2200" b="1"/>
              <a:t>Name:</a:t>
            </a:r>
            <a:r>
              <a:rPr lang="en-US" sz="2200"/>
              <a:t> Give your file a name (e.g., </a:t>
            </a:r>
            <a:r>
              <a:rPr lang="en-US" sz="2200" i="1"/>
              <a:t>Sales_Report_2024</a:t>
            </a:r>
            <a:r>
              <a:rPr lang="en-US" sz="2200"/>
              <a:t>).</a:t>
            </a:r>
          </a:p>
          <a:p>
            <a:pPr lvl="1"/>
            <a:r>
              <a:rPr lang="en-US" sz="2200" b="1"/>
              <a:t>View:</a:t>
            </a:r>
            <a:r>
              <a:rPr lang="en-US" sz="2200"/>
              <a:t> The HTML file is created and opens instantly in your browser.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9983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C3066-AF84-C88B-DF2D-7BBC1371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Built for Performance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6A2EE-4AA4-7D73-9567-FFA6BB6D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Technical Highlights:</a:t>
            </a:r>
            <a:endParaRPr lang="en-US" sz="2200"/>
          </a:p>
          <a:p>
            <a:pPr lvl="1"/>
            <a:r>
              <a:rPr lang="en-US" sz="2200"/>
              <a:t>🚀 </a:t>
            </a:r>
            <a:r>
              <a:rPr lang="en-US" sz="2200" b="1"/>
              <a:t>Smart Range Detection:</a:t>
            </a:r>
            <a:r>
              <a:rPr lang="en-US" sz="2200"/>
              <a:t> Automatically ignores blank rows if you select full columns (e.g., A:F).</a:t>
            </a:r>
          </a:p>
          <a:p>
            <a:pPr lvl="1"/>
            <a:r>
              <a:rPr lang="en-US" sz="2200"/>
              <a:t>⚡ </a:t>
            </a:r>
            <a:r>
              <a:rPr lang="en-US" sz="2200" b="1"/>
              <a:t>Streaming Mode:</a:t>
            </a:r>
            <a:r>
              <a:rPr lang="en-US" sz="2200"/>
              <a:t> Handles large datasets efficiently without crashing Excel.</a:t>
            </a:r>
          </a:p>
          <a:p>
            <a:pPr lvl="1"/>
            <a:r>
              <a:rPr lang="en-US" sz="2200"/>
              <a:t>🛡️ </a:t>
            </a:r>
            <a:r>
              <a:rPr lang="en-US" sz="2200" b="1"/>
              <a:t>Clean Filenames:</a:t>
            </a:r>
            <a:r>
              <a:rPr lang="en-US" sz="2200"/>
              <a:t> Auto-removes illegal characters from file names.</a:t>
            </a:r>
          </a:p>
          <a:p>
            <a:pPr lvl="1"/>
            <a:r>
              <a:rPr lang="en-US" sz="2200"/>
              <a:t>🔒 </a:t>
            </a:r>
            <a:r>
              <a:rPr lang="en-US" sz="2200" b="1"/>
              <a:t>Zero Dependencies:</a:t>
            </a:r>
            <a:r>
              <a:rPr lang="en-US" sz="2200"/>
              <a:t> All libraries are linked via CDN; the file is lightweight.</a:t>
            </a:r>
          </a:p>
        </p:txBody>
      </p:sp>
    </p:spTree>
    <p:extLst>
      <p:ext uri="{BB962C8B-B14F-4D97-AF65-F5344CB8AC3E}">
        <p14:creationId xmlns:p14="http://schemas.microsoft.com/office/powerpoint/2010/main" val="410877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42C8D-4D34-C24F-5330-A1FD4D15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Use This Tool?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DABB-0C05-690D-BEAF-FAD43140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Summary Box:</a:t>
            </a:r>
            <a:endParaRPr lang="en-US" sz="2200"/>
          </a:p>
          <a:p>
            <a:pPr lvl="1"/>
            <a:r>
              <a:rPr lang="en-US" sz="2200"/>
              <a:t>✅ </a:t>
            </a:r>
            <a:r>
              <a:rPr lang="en-US" sz="2200" b="1"/>
              <a:t>Professional:</a:t>
            </a:r>
            <a:r>
              <a:rPr lang="en-US" sz="2200"/>
              <a:t> Impress clients with interactive web reports, not boring spreadsheets.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Accessible:</a:t>
            </a:r>
            <a:r>
              <a:rPr lang="en-US" sz="2200"/>
              <a:t> View data on any device, anywhere.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Functional:</a:t>
            </a:r>
            <a:r>
              <a:rPr lang="en-US" sz="2200"/>
              <a:t> Search, Sort, and Download capabilities included.</a:t>
            </a:r>
          </a:p>
          <a:p>
            <a:pPr lvl="1"/>
            <a:r>
              <a:rPr lang="en-US" sz="2200"/>
              <a:t>✅ </a:t>
            </a:r>
            <a:r>
              <a:rPr lang="en-US" sz="2200" b="1"/>
              <a:t>Fast:</a:t>
            </a:r>
            <a:r>
              <a:rPr lang="en-US" sz="2200"/>
              <a:t> From Excel to HTML in &lt; 3 seconds.</a:t>
            </a:r>
          </a:p>
        </p:txBody>
      </p:sp>
    </p:spTree>
    <p:extLst>
      <p:ext uri="{BB962C8B-B14F-4D97-AF65-F5344CB8AC3E}">
        <p14:creationId xmlns:p14="http://schemas.microsoft.com/office/powerpoint/2010/main" val="92946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545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Export As Web Table</vt:lpstr>
      <vt:lpstr>Why Traditional Sharing Fails</vt:lpstr>
      <vt:lpstr>Turn Spreadsheets into Web Table</vt:lpstr>
      <vt:lpstr> More Than Just a Table</vt:lpstr>
      <vt:lpstr>Self-Service Data Reporting</vt:lpstr>
      <vt:lpstr>Beautiful &amp; Responsive Design</vt:lpstr>
      <vt:lpstr> How It Works (Workflow)</vt:lpstr>
      <vt:lpstr>Built for Performance</vt:lpstr>
      <vt:lpstr>Why Use This Tool?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3</cp:revision>
  <dcterms:created xsi:type="dcterms:W3CDTF">2026-01-24T05:16:54Z</dcterms:created>
  <dcterms:modified xsi:type="dcterms:W3CDTF">2026-01-24T05:32:10Z</dcterms:modified>
</cp:coreProperties>
</file>